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340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407" r:id="rId26"/>
    <p:sldId id="409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410" r:id="rId39"/>
    <p:sldId id="411" r:id="rId40"/>
    <p:sldId id="412" r:id="rId41"/>
    <p:sldId id="413" r:id="rId42"/>
    <p:sldId id="322" r:id="rId43"/>
    <p:sldId id="323" r:id="rId44"/>
    <p:sldId id="324" r:id="rId45"/>
    <p:sldId id="414" r:id="rId46"/>
    <p:sldId id="415" r:id="rId47"/>
    <p:sldId id="416" r:id="rId48"/>
    <p:sldId id="417" r:id="rId49"/>
    <p:sldId id="418" r:id="rId50"/>
    <p:sldId id="419" r:id="rId51"/>
    <p:sldId id="420" r:id="rId52"/>
    <p:sldId id="421" r:id="rId53"/>
    <p:sldId id="422" r:id="rId54"/>
    <p:sldId id="423" r:id="rId55"/>
    <p:sldId id="424" r:id="rId56"/>
    <p:sldId id="425" r:id="rId57"/>
    <p:sldId id="426" r:id="rId58"/>
    <p:sldId id="427" r:id="rId59"/>
    <p:sldId id="428" r:id="rId60"/>
    <p:sldId id="429" r:id="rId61"/>
    <p:sldId id="430" r:id="rId62"/>
    <p:sldId id="431" r:id="rId63"/>
    <p:sldId id="432" r:id="rId64"/>
    <p:sldId id="433" r:id="rId65"/>
    <p:sldId id="434" r:id="rId66"/>
    <p:sldId id="435" r:id="rId67"/>
    <p:sldId id="436" r:id="rId68"/>
    <p:sldId id="437" r:id="rId69"/>
    <p:sldId id="438" r:id="rId70"/>
    <p:sldId id="439" r:id="rId71"/>
    <p:sldId id="440" r:id="rId72"/>
    <p:sldId id="441" r:id="rId73"/>
    <p:sldId id="442" r:id="rId74"/>
    <p:sldId id="443" r:id="rId75"/>
    <p:sldId id="444" r:id="rId76"/>
    <p:sldId id="445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5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runkumar Gopu" userId="b635e9c2b5ff7d41" providerId="LiveId" clId="{36DAFFAB-49A8-834F-85FB-541884AE5103}"/>
    <pc:docChg chg="delSld">
      <pc:chgData name="Dr. Arunkumar Gopu" userId="b635e9c2b5ff7d41" providerId="LiveId" clId="{36DAFFAB-49A8-834F-85FB-541884AE5103}" dt="2022-12-17T06:40:03.532" v="60" actId="2696"/>
      <pc:docMkLst>
        <pc:docMk/>
      </pc:docMkLst>
      <pc:sldChg chg="del">
        <pc:chgData name="Dr. Arunkumar Gopu" userId="b635e9c2b5ff7d41" providerId="LiveId" clId="{36DAFFAB-49A8-834F-85FB-541884AE5103}" dt="2022-12-17T06:40:03.496" v="50" actId="2696"/>
        <pc:sldMkLst>
          <pc:docMk/>
          <pc:sldMk cId="398520932" sldId="256"/>
        </pc:sldMkLst>
      </pc:sldChg>
      <pc:sldChg chg="del">
        <pc:chgData name="Dr. Arunkumar Gopu" userId="b635e9c2b5ff7d41" providerId="LiveId" clId="{36DAFFAB-49A8-834F-85FB-541884AE5103}" dt="2022-12-17T06:40:03.532" v="60" actId="2696"/>
        <pc:sldMkLst>
          <pc:docMk/>
          <pc:sldMk cId="2232401405" sldId="257"/>
        </pc:sldMkLst>
      </pc:sldChg>
      <pc:sldChg chg="del">
        <pc:chgData name="Dr. Arunkumar Gopu" userId="b635e9c2b5ff7d41" providerId="LiveId" clId="{36DAFFAB-49A8-834F-85FB-541884AE5103}" dt="2022-12-17T06:40:03.471" v="45" actId="2696"/>
        <pc:sldMkLst>
          <pc:docMk/>
          <pc:sldMk cId="1616052194" sldId="258"/>
        </pc:sldMkLst>
      </pc:sldChg>
      <pc:sldChg chg="del">
        <pc:chgData name="Dr. Arunkumar Gopu" userId="b635e9c2b5ff7d41" providerId="LiveId" clId="{36DAFFAB-49A8-834F-85FB-541884AE5103}" dt="2022-12-17T06:40:03.518" v="56" actId="2696"/>
        <pc:sldMkLst>
          <pc:docMk/>
          <pc:sldMk cId="4102259988" sldId="259"/>
        </pc:sldMkLst>
      </pc:sldChg>
      <pc:sldChg chg="del">
        <pc:chgData name="Dr. Arunkumar Gopu" userId="b635e9c2b5ff7d41" providerId="LiveId" clId="{36DAFFAB-49A8-834F-85FB-541884AE5103}" dt="2022-12-17T06:40:03.522" v="57" actId="2696"/>
        <pc:sldMkLst>
          <pc:docMk/>
          <pc:sldMk cId="815892684" sldId="260"/>
        </pc:sldMkLst>
      </pc:sldChg>
      <pc:sldChg chg="del">
        <pc:chgData name="Dr. Arunkumar Gopu" userId="b635e9c2b5ff7d41" providerId="LiveId" clId="{36DAFFAB-49A8-834F-85FB-541884AE5103}" dt="2022-12-17T06:40:03.437" v="36" actId="2696"/>
        <pc:sldMkLst>
          <pc:docMk/>
          <pc:sldMk cId="1382154148" sldId="261"/>
        </pc:sldMkLst>
      </pc:sldChg>
      <pc:sldChg chg="del">
        <pc:chgData name="Dr. Arunkumar Gopu" userId="b635e9c2b5ff7d41" providerId="LiveId" clId="{36DAFFAB-49A8-834F-85FB-541884AE5103}" dt="2022-12-17T06:40:03.372" v="20" actId="2696"/>
        <pc:sldMkLst>
          <pc:docMk/>
          <pc:sldMk cId="2028667362" sldId="262"/>
        </pc:sldMkLst>
      </pc:sldChg>
      <pc:sldChg chg="del">
        <pc:chgData name="Dr. Arunkumar Gopu" userId="b635e9c2b5ff7d41" providerId="LiveId" clId="{36DAFFAB-49A8-834F-85FB-541884AE5103}" dt="2022-12-17T06:40:03.387" v="24" actId="2696"/>
        <pc:sldMkLst>
          <pc:docMk/>
          <pc:sldMk cId="1998301291" sldId="263"/>
        </pc:sldMkLst>
      </pc:sldChg>
      <pc:sldChg chg="del">
        <pc:chgData name="Dr. Arunkumar Gopu" userId="b635e9c2b5ff7d41" providerId="LiveId" clId="{36DAFFAB-49A8-834F-85FB-541884AE5103}" dt="2022-12-17T06:40:03.434" v="35" actId="2696"/>
        <pc:sldMkLst>
          <pc:docMk/>
          <pc:sldMk cId="633048311" sldId="264"/>
        </pc:sldMkLst>
      </pc:sldChg>
      <pc:sldChg chg="del">
        <pc:chgData name="Dr. Arunkumar Gopu" userId="b635e9c2b5ff7d41" providerId="LiveId" clId="{36DAFFAB-49A8-834F-85FB-541884AE5103}" dt="2022-12-17T06:40:03.508" v="53" actId="2696"/>
        <pc:sldMkLst>
          <pc:docMk/>
          <pc:sldMk cId="4150202102" sldId="265"/>
        </pc:sldMkLst>
      </pc:sldChg>
      <pc:sldChg chg="del">
        <pc:chgData name="Dr. Arunkumar Gopu" userId="b635e9c2b5ff7d41" providerId="LiveId" clId="{36DAFFAB-49A8-834F-85FB-541884AE5103}" dt="2022-12-17T06:40:03.427" v="33" actId="2696"/>
        <pc:sldMkLst>
          <pc:docMk/>
          <pc:sldMk cId="3518220612" sldId="267"/>
        </pc:sldMkLst>
      </pc:sldChg>
      <pc:sldChg chg="del">
        <pc:chgData name="Dr. Arunkumar Gopu" userId="b635e9c2b5ff7d41" providerId="LiveId" clId="{36DAFFAB-49A8-834F-85FB-541884AE5103}" dt="2022-12-17T06:40:03.328" v="10" actId="2696"/>
        <pc:sldMkLst>
          <pc:docMk/>
          <pc:sldMk cId="1682946678" sldId="268"/>
        </pc:sldMkLst>
      </pc:sldChg>
      <pc:sldChg chg="del">
        <pc:chgData name="Dr. Arunkumar Gopu" userId="b635e9c2b5ff7d41" providerId="LiveId" clId="{36DAFFAB-49A8-834F-85FB-541884AE5103}" dt="2022-12-17T06:40:03.456" v="41" actId="2696"/>
        <pc:sldMkLst>
          <pc:docMk/>
          <pc:sldMk cId="51427625" sldId="269"/>
        </pc:sldMkLst>
      </pc:sldChg>
      <pc:sldChg chg="del">
        <pc:chgData name="Dr. Arunkumar Gopu" userId="b635e9c2b5ff7d41" providerId="LiveId" clId="{36DAFFAB-49A8-834F-85FB-541884AE5103}" dt="2022-12-17T06:40:03.394" v="26" actId="2696"/>
        <pc:sldMkLst>
          <pc:docMk/>
          <pc:sldMk cId="770665892" sldId="270"/>
        </pc:sldMkLst>
      </pc:sldChg>
      <pc:sldChg chg="del">
        <pc:chgData name="Dr. Arunkumar Gopu" userId="b635e9c2b5ff7d41" providerId="LiveId" clId="{36DAFFAB-49A8-834F-85FB-541884AE5103}" dt="2022-12-17T06:40:03.369" v="19" actId="2696"/>
        <pc:sldMkLst>
          <pc:docMk/>
          <pc:sldMk cId="2995828334" sldId="271"/>
        </pc:sldMkLst>
      </pc:sldChg>
      <pc:sldChg chg="del">
        <pc:chgData name="Dr. Arunkumar Gopu" userId="b635e9c2b5ff7d41" providerId="LiveId" clId="{36DAFFAB-49A8-834F-85FB-541884AE5103}" dt="2022-12-17T06:40:03.362" v="17" actId="2696"/>
        <pc:sldMkLst>
          <pc:docMk/>
          <pc:sldMk cId="1926137466" sldId="273"/>
        </pc:sldMkLst>
      </pc:sldChg>
      <pc:sldChg chg="del">
        <pc:chgData name="Dr. Arunkumar Gopu" userId="b635e9c2b5ff7d41" providerId="LiveId" clId="{36DAFFAB-49A8-834F-85FB-541884AE5103}" dt="2022-12-17T06:40:03.398" v="27" actId="2696"/>
        <pc:sldMkLst>
          <pc:docMk/>
          <pc:sldMk cId="902737803" sldId="282"/>
        </pc:sldMkLst>
      </pc:sldChg>
      <pc:sldChg chg="del">
        <pc:chgData name="Dr. Arunkumar Gopu" userId="b635e9c2b5ff7d41" providerId="LiveId" clId="{36DAFFAB-49A8-834F-85FB-541884AE5103}" dt="2022-12-17T06:40:03.302" v="7" actId="2696"/>
        <pc:sldMkLst>
          <pc:docMk/>
          <pc:sldMk cId="2429959573" sldId="283"/>
        </pc:sldMkLst>
      </pc:sldChg>
      <pc:sldChg chg="del">
        <pc:chgData name="Dr. Arunkumar Gopu" userId="b635e9c2b5ff7d41" providerId="LiveId" clId="{36DAFFAB-49A8-834F-85FB-541884AE5103}" dt="2022-12-17T06:40:03.440" v="37" actId="2696"/>
        <pc:sldMkLst>
          <pc:docMk/>
          <pc:sldMk cId="3676647535" sldId="284"/>
        </pc:sldMkLst>
      </pc:sldChg>
      <pc:sldChg chg="del">
        <pc:chgData name="Dr. Arunkumar Gopu" userId="b635e9c2b5ff7d41" providerId="LiveId" clId="{36DAFFAB-49A8-834F-85FB-541884AE5103}" dt="2022-12-17T06:40:03.359" v="16" actId="2696"/>
        <pc:sldMkLst>
          <pc:docMk/>
          <pc:sldMk cId="707291858" sldId="285"/>
        </pc:sldMkLst>
      </pc:sldChg>
      <pc:sldChg chg="del">
        <pc:chgData name="Dr. Arunkumar Gopu" userId="b635e9c2b5ff7d41" providerId="LiveId" clId="{36DAFFAB-49A8-834F-85FB-541884AE5103}" dt="2022-12-17T06:40:03.342" v="12" actId="2696"/>
        <pc:sldMkLst>
          <pc:docMk/>
          <pc:sldMk cId="937442293" sldId="286"/>
        </pc:sldMkLst>
      </pc:sldChg>
      <pc:sldChg chg="del">
        <pc:chgData name="Dr. Arunkumar Gopu" userId="b635e9c2b5ff7d41" providerId="LiveId" clId="{36DAFFAB-49A8-834F-85FB-541884AE5103}" dt="2022-12-17T06:40:03.391" v="25" actId="2696"/>
        <pc:sldMkLst>
          <pc:docMk/>
          <pc:sldMk cId="3024765940" sldId="287"/>
        </pc:sldMkLst>
      </pc:sldChg>
      <pc:sldChg chg="del">
        <pc:chgData name="Dr. Arunkumar Gopu" userId="b635e9c2b5ff7d41" providerId="LiveId" clId="{36DAFFAB-49A8-834F-85FB-541884AE5103}" dt="2022-12-17T06:40:03.332" v="11" actId="2696"/>
        <pc:sldMkLst>
          <pc:docMk/>
          <pc:sldMk cId="1236482692" sldId="288"/>
        </pc:sldMkLst>
      </pc:sldChg>
      <pc:sldChg chg="del">
        <pc:chgData name="Dr. Arunkumar Gopu" userId="b635e9c2b5ff7d41" providerId="LiveId" clId="{36DAFFAB-49A8-834F-85FB-541884AE5103}" dt="2022-12-17T06:40:03.278" v="3" actId="2696"/>
        <pc:sldMkLst>
          <pc:docMk/>
          <pc:sldMk cId="745265527" sldId="289"/>
        </pc:sldMkLst>
      </pc:sldChg>
      <pc:sldChg chg="del">
        <pc:chgData name="Dr. Arunkumar Gopu" userId="b635e9c2b5ff7d41" providerId="LiveId" clId="{36DAFFAB-49A8-834F-85FB-541884AE5103}" dt="2022-12-17T06:40:03.468" v="44" actId="2696"/>
        <pc:sldMkLst>
          <pc:docMk/>
          <pc:sldMk cId="573938469" sldId="291"/>
        </pc:sldMkLst>
      </pc:sldChg>
      <pc:sldChg chg="del">
        <pc:chgData name="Dr. Arunkumar Gopu" userId="b635e9c2b5ff7d41" providerId="LiveId" clId="{36DAFFAB-49A8-834F-85FB-541884AE5103}" dt="2022-12-17T06:40:03.296" v="6" actId="2696"/>
        <pc:sldMkLst>
          <pc:docMk/>
          <pc:sldMk cId="555937534" sldId="292"/>
        </pc:sldMkLst>
      </pc:sldChg>
      <pc:sldChg chg="del">
        <pc:chgData name="Dr. Arunkumar Gopu" userId="b635e9c2b5ff7d41" providerId="LiveId" clId="{36DAFFAB-49A8-834F-85FB-541884AE5103}" dt="2022-12-17T06:40:03.346" v="13" actId="2696"/>
        <pc:sldMkLst>
          <pc:docMk/>
          <pc:sldMk cId="3875831873" sldId="293"/>
        </pc:sldMkLst>
      </pc:sldChg>
      <pc:sldChg chg="del">
        <pc:chgData name="Dr. Arunkumar Gopu" userId="b635e9c2b5ff7d41" providerId="LiveId" clId="{36DAFFAB-49A8-834F-85FB-541884AE5103}" dt="2022-12-17T06:40:03.351" v="14" actId="2696"/>
        <pc:sldMkLst>
          <pc:docMk/>
          <pc:sldMk cId="1771204742" sldId="294"/>
        </pc:sldMkLst>
      </pc:sldChg>
      <pc:sldChg chg="del">
        <pc:chgData name="Dr. Arunkumar Gopu" userId="b635e9c2b5ff7d41" providerId="LiveId" clId="{36DAFFAB-49A8-834F-85FB-541884AE5103}" dt="2022-12-17T06:40:03.409" v="30" actId="2696"/>
        <pc:sldMkLst>
          <pc:docMk/>
          <pc:sldMk cId="4134654246" sldId="295"/>
        </pc:sldMkLst>
      </pc:sldChg>
      <pc:sldChg chg="del">
        <pc:chgData name="Dr. Arunkumar Gopu" userId="b635e9c2b5ff7d41" providerId="LiveId" clId="{36DAFFAB-49A8-834F-85FB-541884AE5103}" dt="2022-12-17T06:40:03.376" v="21" actId="2696"/>
        <pc:sldMkLst>
          <pc:docMk/>
          <pc:sldMk cId="240544350" sldId="296"/>
        </pc:sldMkLst>
      </pc:sldChg>
      <pc:sldChg chg="del">
        <pc:chgData name="Dr. Arunkumar Gopu" userId="b635e9c2b5ff7d41" providerId="LiveId" clId="{36DAFFAB-49A8-834F-85FB-541884AE5103}" dt="2022-12-17T06:40:03.515" v="55" actId="2696"/>
        <pc:sldMkLst>
          <pc:docMk/>
          <pc:sldMk cId="2838018393" sldId="297"/>
        </pc:sldMkLst>
      </pc:sldChg>
      <pc:sldChg chg="del">
        <pc:chgData name="Dr. Arunkumar Gopu" userId="b635e9c2b5ff7d41" providerId="LiveId" clId="{36DAFFAB-49A8-834F-85FB-541884AE5103}" dt="2022-12-17T06:40:03.529" v="59" actId="2696"/>
        <pc:sldMkLst>
          <pc:docMk/>
          <pc:sldMk cId="3550722455" sldId="298"/>
        </pc:sldMkLst>
      </pc:sldChg>
      <pc:sldChg chg="del">
        <pc:chgData name="Dr. Arunkumar Gopu" userId="b635e9c2b5ff7d41" providerId="LiveId" clId="{36DAFFAB-49A8-834F-85FB-541884AE5103}" dt="2022-12-17T06:40:03.475" v="46" actId="2696"/>
        <pc:sldMkLst>
          <pc:docMk/>
          <pc:sldMk cId="2331947254" sldId="299"/>
        </pc:sldMkLst>
      </pc:sldChg>
      <pc:sldChg chg="del">
        <pc:chgData name="Dr. Arunkumar Gopu" userId="b635e9c2b5ff7d41" providerId="LiveId" clId="{36DAFFAB-49A8-834F-85FB-541884AE5103}" dt="2022-12-17T06:40:03.401" v="28" actId="2696"/>
        <pc:sldMkLst>
          <pc:docMk/>
          <pc:sldMk cId="594373190" sldId="300"/>
        </pc:sldMkLst>
      </pc:sldChg>
      <pc:sldChg chg="del">
        <pc:chgData name="Dr. Arunkumar Gopu" userId="b635e9c2b5ff7d41" providerId="LiveId" clId="{36DAFFAB-49A8-834F-85FB-541884AE5103}" dt="2022-12-17T06:40:03.445" v="38" actId="2696"/>
        <pc:sldMkLst>
          <pc:docMk/>
          <pc:sldMk cId="3064736272" sldId="301"/>
        </pc:sldMkLst>
      </pc:sldChg>
      <pc:sldChg chg="del">
        <pc:chgData name="Dr. Arunkumar Gopu" userId="b635e9c2b5ff7d41" providerId="LiveId" clId="{36DAFFAB-49A8-834F-85FB-541884AE5103}" dt="2022-12-17T06:40:03.465" v="43" actId="2696"/>
        <pc:sldMkLst>
          <pc:docMk/>
          <pc:sldMk cId="3422805244" sldId="302"/>
        </pc:sldMkLst>
      </pc:sldChg>
      <pc:sldChg chg="del">
        <pc:chgData name="Dr. Arunkumar Gopu" userId="b635e9c2b5ff7d41" providerId="LiveId" clId="{36DAFFAB-49A8-834F-85FB-541884AE5103}" dt="2022-12-17T06:40:03.484" v="48" actId="2696"/>
        <pc:sldMkLst>
          <pc:docMk/>
          <pc:sldMk cId="1099889127" sldId="303"/>
        </pc:sldMkLst>
      </pc:sldChg>
      <pc:sldChg chg="del">
        <pc:chgData name="Dr. Arunkumar Gopu" userId="b635e9c2b5ff7d41" providerId="LiveId" clId="{36DAFFAB-49A8-834F-85FB-541884AE5103}" dt="2022-12-17T06:40:03.383" v="23" actId="2696"/>
        <pc:sldMkLst>
          <pc:docMk/>
          <pc:sldMk cId="1407225665" sldId="304"/>
        </pc:sldMkLst>
      </pc:sldChg>
      <pc:sldChg chg="del">
        <pc:chgData name="Dr. Arunkumar Gopu" userId="b635e9c2b5ff7d41" providerId="LiveId" clId="{36DAFFAB-49A8-834F-85FB-541884AE5103}" dt="2022-12-17T06:40:03.419" v="31" actId="2696"/>
        <pc:sldMkLst>
          <pc:docMk/>
          <pc:sldMk cId="1184410825" sldId="305"/>
        </pc:sldMkLst>
      </pc:sldChg>
      <pc:sldChg chg="del">
        <pc:chgData name="Dr. Arunkumar Gopu" userId="b635e9c2b5ff7d41" providerId="LiveId" clId="{36DAFFAB-49A8-834F-85FB-541884AE5103}" dt="2022-12-17T06:40:03.365" v="18" actId="2696"/>
        <pc:sldMkLst>
          <pc:docMk/>
          <pc:sldMk cId="362710484" sldId="306"/>
        </pc:sldMkLst>
      </pc:sldChg>
      <pc:sldChg chg="del">
        <pc:chgData name="Dr. Arunkumar Gopu" userId="b635e9c2b5ff7d41" providerId="LiveId" clId="{36DAFFAB-49A8-834F-85FB-541884AE5103}" dt="2022-12-17T06:40:03.493" v="49" actId="2696"/>
        <pc:sldMkLst>
          <pc:docMk/>
          <pc:sldMk cId="1503892881" sldId="307"/>
        </pc:sldMkLst>
      </pc:sldChg>
      <pc:sldChg chg="del">
        <pc:chgData name="Dr. Arunkumar Gopu" userId="b635e9c2b5ff7d41" providerId="LiveId" clId="{36DAFFAB-49A8-834F-85FB-541884AE5103}" dt="2022-12-17T06:40:03.263" v="1" actId="2696"/>
        <pc:sldMkLst>
          <pc:docMk/>
          <pc:sldMk cId="1348706320" sldId="308"/>
        </pc:sldMkLst>
      </pc:sldChg>
      <pc:sldChg chg="del">
        <pc:chgData name="Dr. Arunkumar Gopu" userId="b635e9c2b5ff7d41" providerId="LiveId" clId="{36DAFFAB-49A8-834F-85FB-541884AE5103}" dt="2022-12-17T06:40:03.501" v="51" actId="2696"/>
        <pc:sldMkLst>
          <pc:docMk/>
          <pc:sldMk cId="1253657771" sldId="309"/>
        </pc:sldMkLst>
      </pc:sldChg>
      <pc:sldChg chg="del">
        <pc:chgData name="Dr. Arunkumar Gopu" userId="b635e9c2b5ff7d41" providerId="LiveId" clId="{36DAFFAB-49A8-834F-85FB-541884AE5103}" dt="2022-12-17T06:40:03.271" v="2" actId="2696"/>
        <pc:sldMkLst>
          <pc:docMk/>
          <pc:sldMk cId="3465827860" sldId="310"/>
        </pc:sldMkLst>
      </pc:sldChg>
      <pc:sldChg chg="del">
        <pc:chgData name="Dr. Arunkumar Gopu" userId="b635e9c2b5ff7d41" providerId="LiveId" clId="{36DAFFAB-49A8-834F-85FB-541884AE5103}" dt="2022-12-17T06:40:03.284" v="4" actId="2696"/>
        <pc:sldMkLst>
          <pc:docMk/>
          <pc:sldMk cId="2864946704" sldId="311"/>
        </pc:sldMkLst>
      </pc:sldChg>
      <pc:sldChg chg="del">
        <pc:chgData name="Dr. Arunkumar Gopu" userId="b635e9c2b5ff7d41" providerId="LiveId" clId="{36DAFFAB-49A8-834F-85FB-541884AE5103}" dt="2022-12-17T06:40:03.479" v="47" actId="2696"/>
        <pc:sldMkLst>
          <pc:docMk/>
          <pc:sldMk cId="1966986701" sldId="312"/>
        </pc:sldMkLst>
      </pc:sldChg>
      <pc:sldChg chg="del">
        <pc:chgData name="Dr. Arunkumar Gopu" userId="b635e9c2b5ff7d41" providerId="LiveId" clId="{36DAFFAB-49A8-834F-85FB-541884AE5103}" dt="2022-12-17T06:40:03.423" v="32" actId="2696"/>
        <pc:sldMkLst>
          <pc:docMk/>
          <pc:sldMk cId="488011245" sldId="313"/>
        </pc:sldMkLst>
      </pc:sldChg>
      <pc:sldChg chg="del">
        <pc:chgData name="Dr. Arunkumar Gopu" userId="b635e9c2b5ff7d41" providerId="LiveId" clId="{36DAFFAB-49A8-834F-85FB-541884AE5103}" dt="2022-12-17T06:40:03.318" v="8" actId="2696"/>
        <pc:sldMkLst>
          <pc:docMk/>
          <pc:sldMk cId="2873271070" sldId="314"/>
        </pc:sldMkLst>
      </pc:sldChg>
      <pc:sldChg chg="del">
        <pc:chgData name="Dr. Arunkumar Gopu" userId="b635e9c2b5ff7d41" providerId="LiveId" clId="{36DAFFAB-49A8-834F-85FB-541884AE5103}" dt="2022-12-17T06:40:03.323" v="9" actId="2696"/>
        <pc:sldMkLst>
          <pc:docMk/>
          <pc:sldMk cId="2629726696" sldId="315"/>
        </pc:sldMkLst>
      </pc:sldChg>
      <pc:sldChg chg="del">
        <pc:chgData name="Dr. Arunkumar Gopu" userId="b635e9c2b5ff7d41" providerId="LiveId" clId="{36DAFFAB-49A8-834F-85FB-541884AE5103}" dt="2022-12-17T06:40:03.290" v="5" actId="2696"/>
        <pc:sldMkLst>
          <pc:docMk/>
          <pc:sldMk cId="1475126844" sldId="316"/>
        </pc:sldMkLst>
      </pc:sldChg>
      <pc:sldChg chg="del">
        <pc:chgData name="Dr. Arunkumar Gopu" userId="b635e9c2b5ff7d41" providerId="LiveId" clId="{36DAFFAB-49A8-834F-85FB-541884AE5103}" dt="2022-12-17T06:40:03.505" v="52" actId="2696"/>
        <pc:sldMkLst>
          <pc:docMk/>
          <pc:sldMk cId="2259037000" sldId="317"/>
        </pc:sldMkLst>
      </pc:sldChg>
      <pc:sldChg chg="del">
        <pc:chgData name="Dr. Arunkumar Gopu" userId="b635e9c2b5ff7d41" providerId="LiveId" clId="{36DAFFAB-49A8-834F-85FB-541884AE5103}" dt="2022-12-17T06:40:03.453" v="40" actId="2696"/>
        <pc:sldMkLst>
          <pc:docMk/>
          <pc:sldMk cId="3046484345" sldId="318"/>
        </pc:sldMkLst>
      </pc:sldChg>
      <pc:sldChg chg="del">
        <pc:chgData name="Dr. Arunkumar Gopu" userId="b635e9c2b5ff7d41" providerId="LiveId" clId="{36DAFFAB-49A8-834F-85FB-541884AE5103}" dt="2022-12-17T06:40:03.355" v="15" actId="2696"/>
        <pc:sldMkLst>
          <pc:docMk/>
          <pc:sldMk cId="4283873176" sldId="319"/>
        </pc:sldMkLst>
      </pc:sldChg>
      <pc:sldChg chg="del">
        <pc:chgData name="Dr. Arunkumar Gopu" userId="b635e9c2b5ff7d41" providerId="LiveId" clId="{36DAFFAB-49A8-834F-85FB-541884AE5103}" dt="2022-12-17T06:40:03.448" v="39" actId="2696"/>
        <pc:sldMkLst>
          <pc:docMk/>
          <pc:sldMk cId="1465261656" sldId="320"/>
        </pc:sldMkLst>
      </pc:sldChg>
      <pc:sldChg chg="del">
        <pc:chgData name="Dr. Arunkumar Gopu" userId="b635e9c2b5ff7d41" providerId="LiveId" clId="{36DAFFAB-49A8-834F-85FB-541884AE5103}" dt="2022-12-17T06:40:03.459" v="42" actId="2696"/>
        <pc:sldMkLst>
          <pc:docMk/>
          <pc:sldMk cId="3250954073" sldId="321"/>
        </pc:sldMkLst>
      </pc:sldChg>
      <pc:sldChg chg="del">
        <pc:chgData name="Dr. Arunkumar Gopu" userId="b635e9c2b5ff7d41" providerId="LiveId" clId="{36DAFFAB-49A8-834F-85FB-541884AE5103}" dt="2022-12-17T06:40:03.405" v="29" actId="2696"/>
        <pc:sldMkLst>
          <pc:docMk/>
          <pc:sldMk cId="3627465844" sldId="325"/>
        </pc:sldMkLst>
      </pc:sldChg>
      <pc:sldChg chg="del">
        <pc:chgData name="Dr. Arunkumar Gopu" userId="b635e9c2b5ff7d41" providerId="LiveId" clId="{36DAFFAB-49A8-834F-85FB-541884AE5103}" dt="2022-12-17T06:40:03.380" v="22" actId="2696"/>
        <pc:sldMkLst>
          <pc:docMk/>
          <pc:sldMk cId="1418153118" sldId="326"/>
        </pc:sldMkLst>
      </pc:sldChg>
      <pc:sldChg chg="del">
        <pc:chgData name="Dr. Arunkumar Gopu" userId="b635e9c2b5ff7d41" providerId="LiveId" clId="{36DAFFAB-49A8-834F-85FB-541884AE5103}" dt="2022-12-17T06:40:03.512" v="54" actId="2696"/>
        <pc:sldMkLst>
          <pc:docMk/>
          <pc:sldMk cId="3357876292" sldId="327"/>
        </pc:sldMkLst>
      </pc:sldChg>
      <pc:sldChg chg="del">
        <pc:chgData name="Dr. Arunkumar Gopu" userId="b635e9c2b5ff7d41" providerId="LiveId" clId="{36DAFFAB-49A8-834F-85FB-541884AE5103}" dt="2022-12-17T06:40:03.431" v="34" actId="2696"/>
        <pc:sldMkLst>
          <pc:docMk/>
          <pc:sldMk cId="1287780712" sldId="338"/>
        </pc:sldMkLst>
      </pc:sldChg>
      <pc:sldChg chg="del">
        <pc:chgData name="Dr. Arunkumar Gopu" userId="b635e9c2b5ff7d41" providerId="LiveId" clId="{36DAFFAB-49A8-834F-85FB-541884AE5103}" dt="2022-12-17T06:40:03.253" v="0" actId="2696"/>
        <pc:sldMkLst>
          <pc:docMk/>
          <pc:sldMk cId="2481830532" sldId="339"/>
        </pc:sldMkLst>
      </pc:sldChg>
      <pc:sldMasterChg chg="delSldLayout">
        <pc:chgData name="Dr. Arunkumar Gopu" userId="b635e9c2b5ff7d41" providerId="LiveId" clId="{36DAFFAB-49A8-834F-85FB-541884AE5103}" dt="2022-12-17T06:40:03.525" v="58" actId="2696"/>
        <pc:sldMasterMkLst>
          <pc:docMk/>
          <pc:sldMasterMk cId="3406696524" sldId="2147483648"/>
        </pc:sldMasterMkLst>
        <pc:sldLayoutChg chg="del">
          <pc:chgData name="Dr. Arunkumar Gopu" userId="b635e9c2b5ff7d41" providerId="LiveId" clId="{36DAFFAB-49A8-834F-85FB-541884AE5103}" dt="2022-12-17T06:40:03.525" v="58" actId="2696"/>
          <pc:sldLayoutMkLst>
            <pc:docMk/>
            <pc:sldMasterMk cId="3406696524" sldId="2147483648"/>
            <pc:sldLayoutMk cId="1061464774" sldId="214748365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1C946-F890-5640-9B5A-CAFF4EC0971B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A7CA8-5CAC-234B-BDEE-886DD046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01B7F54-EB4C-074F-BFD9-25526B635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B71D845-B81E-4D44-9145-4BBE67F98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12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36BF4CD-EC9C-0249-BDD4-551AFA0EA8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59BE94E-CA8C-9149-9DDA-C0BBDDB05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32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76FD748-7ADD-324D-A02D-E1878DA13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5E01755-DC5F-CC4B-95F6-B99739752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76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E02A9C1-A328-AD40-BAC1-44992C7743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92AAFEB-BC78-3945-A86C-F780DD2EA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0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491BAFE-D95E-1D47-92A7-91D4320F99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570E192-CBE5-B148-80A5-8E7BAE6D4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12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DCA861D-541F-604D-AC90-9BA773D3A5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AF1F22D-89C7-9946-8A76-7E6B701FA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702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1680110-FC6C-6347-893C-6C0C4ADA9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3CB0BF1-9F5E-C341-A9A1-21ABA30D3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920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185547C-2EBE-D94E-A2BF-D508F5B0E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D882A8B-AFEA-BF44-A615-316B225F8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33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F79DFA0-2E76-5C42-AED1-EE889EDBA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2CD48D7-4714-574E-AB12-37543F2ED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41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CEDC073-FE2F-D246-93E4-3AEEBB3F48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8DAF065-941F-674F-9CEA-C05DC7191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314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9AC3385-4A48-084B-B520-F61AB7B0F2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46BFAC3-8552-8545-8105-468570A7B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57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E38802C-16B4-0C4D-B646-922B0D436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7F76130-E68B-5641-B178-8D1522EDC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164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E9B878E-8125-784C-8F7B-15AEBEF30D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EE0D946-A7C0-1745-8F15-ED90121D8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944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03D5A7B-5484-124A-AF61-1752F075A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6CEB3D4-2DE8-BA4D-9929-9261E5CED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307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3E9F9E5-EB33-154D-AFD8-9EEF1B7B55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1D4376F-3473-A04E-A641-481C450FF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975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42E9801-027A-BF48-B7DA-EAD50530E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A3ACA8F-28A5-F946-8148-707264EDC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70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852AA9F-1BAA-D640-9EE7-9C0F45FB04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35F2C9C-DAE1-2343-90FC-B4A9978FB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075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E4F8431-8766-FE41-81FE-900D470B53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B8D2DE6-7359-434C-9394-F70FD86CC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463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2C2B284-F1DD-B340-AC01-36B7404ADE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F46829A-5743-B44A-9340-044E625C0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626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6825CD6-5CEB-4249-9D01-356046343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B1FD990-FDC4-C345-A9C9-9A678EC59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142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7F30AA0-15A2-AE4C-8137-DF823C14B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AA86F95-59C1-CF4B-AC0F-E7D0CAA58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77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39EE025-9BEC-9041-AD61-CB784A71F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542C742-B37C-D140-84E4-E836FCA13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8004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8A7994F-CA15-A440-99F7-4197C92F33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2534211-C4DA-7043-B0CC-2EB2D5A87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947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1CEEA80-A35B-634D-94BC-D220BF8ED7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10DE18B-87AA-7542-B3DD-FE563F23E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58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C14A0AF-7361-A543-BC3B-54CF7C94BF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B3DB1A5-6F7C-8949-A109-CF70D8400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758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50DDD4B-4493-2E4C-9B40-82FA3F616E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F3AD8C7-CA5E-924B-A609-91BA1B4FF8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1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6A29C5B-27A1-1848-862D-1B60A7523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2C1B1BB2-F65A-564F-B945-560EAB74D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354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C67C46D-AB4B-E449-9EBA-5B1E48991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EE631F6-5E13-BC4D-9388-E9CB1B831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23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0D4037B-B618-0446-8DF1-7647FBF6EA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61C18567-7A5D-A34E-91B9-3DE19F9BE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63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B0DA9E5-BADD-3C4D-83E2-1A63300F71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E5A1D8B-4221-A34D-BF53-088CC6B93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271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A116565A-A862-6A49-ACA5-67384EE70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A0538068-0AEF-8747-ADB9-33342C6DF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452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59B2840-25CF-FF46-90A5-EAB48E016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DC469E9-EA08-FB4B-9877-05E297175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399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48BA1EE-98AB-0147-B8E8-87CDC4EE45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0D3806D-8C4E-7A49-806A-2D2373690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5705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E0DA0F0-AE74-DF4B-8B88-20B556E32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54FCE5E-D5F6-2B4A-8A77-9BA4598FA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053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F85AD8EF-5EBB-624C-A670-6CE6509D0A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38F864ED-71BD-4F4F-B9D8-8717F63F4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9688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DAD50F4F-AF20-A442-8633-2D4E385186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097DC31-141A-8542-8D3C-9791CEACC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58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72C7-6C95-0A47-863B-10D9A23EE2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Design and Analysis of Algorithm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E06D0-B013-7547-BFC6-41D7F2F657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87096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Velagapudi Ramakrishna Siddhartha Engineering College</a:t>
            </a:r>
          </a:p>
          <a:p>
            <a:r>
              <a:rPr lang="en-US" dirty="0"/>
              <a:t>Computer Science and Engineering</a:t>
            </a:r>
          </a:p>
          <a:p>
            <a:r>
              <a:rPr lang="en-US" dirty="0"/>
              <a:t>Slides by: Arunkumar Gopu, Dr. M. </a:t>
            </a:r>
            <a:r>
              <a:rPr lang="en-US" dirty="0" err="1"/>
              <a:t>Sobhana</a:t>
            </a:r>
            <a:r>
              <a:rPr lang="en-US" dirty="0"/>
              <a:t>, Mr. B. </a:t>
            </a:r>
            <a:r>
              <a:rPr lang="en-US" dirty="0" err="1"/>
              <a:t>Jayanag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B05A3-E707-EC4C-8FA0-B4E6F584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D5C2D-0E56-864F-831D-312DBEBE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E4D-144F-8242-9E9B-69E4A254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91CE-F175-584D-94C1-418BEBCA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141E-4EF8-824C-9111-4F13C2C9433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You can use this slide for bullets or only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4072-1F71-D347-A922-F5F146DB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9ABD-DF9D-3341-B60B-F44A943A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A4AD-B588-AE4C-9B26-7A141748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2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91CE-F175-584D-94C1-418BEBCADD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99114"/>
            <a:ext cx="10515600" cy="172334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Session Number &lt;here&gt;</a:t>
            </a:r>
            <a:br>
              <a:rPr lang="en-GB" dirty="0"/>
            </a:br>
            <a:r>
              <a:rPr lang="en-GB" dirty="0"/>
              <a:t>&lt;Topic Name&gt;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4072-1F71-D347-A922-F5F146DB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9ABD-DF9D-3341-B60B-F44A943A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A4AD-B588-AE4C-9B26-7A141748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3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9108-7F65-2241-811A-E8FB9727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Algorithm or Program Slide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1092-B16E-4742-95E0-B1E86183B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9144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3716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18288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6ECF0-132C-4249-A6F6-DABA47904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1pPr>
            <a:lvl2pPr marL="4572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2pPr>
            <a:lvl3pPr marL="9144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3pPr>
            <a:lvl4pPr marL="13716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4pPr>
            <a:lvl5pPr marL="18288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E2ED6-450D-C649-92D0-C3B6BFDE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4713F-0828-0541-9766-F073AE08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8E026-1FC5-3948-BBB9-CE5A218A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9108-7F65-2241-811A-E8FB9727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Slide with Image and Explanation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E2ED6-450D-C649-92D0-C3B6BFDE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12/17/22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4713F-0828-0541-9766-F073AE08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8E026-1FC5-3948-BBB9-CE5A218A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EFFE62-707F-C047-AA17-058A098D97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5624"/>
            <a:ext cx="61722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913163D-4076-E04F-BC55-B163BFCFE7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9002" y="1825623"/>
            <a:ext cx="41148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2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B9177-2B94-8746-8D96-F9A5BE1A52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AE3DA-1F48-3E4D-98DC-9297F0CA4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DBEA8-C495-0147-9AC8-932262B0DA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59D8A4-0C88-7042-B700-C20FB6D3BD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57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D005494-EB79-1A42-9BBA-0E9E08FAD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D8387-B1BF-9946-AA2F-3B2CB9BC35E4}" type="datetimeFigureOut">
              <a:rPr lang="en-US"/>
              <a:pPr>
                <a:defRPr/>
              </a:pPr>
              <a:t>12/17/22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45D1A9-7CE9-B94E-9A08-CA6B4DD124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9BF51A-F5B3-2945-9C88-CA102E9714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2730B-1CC9-3C43-B7CC-15A2AFE3BA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18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D6B283-D4BC-9C41-AE9B-3067ED35D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4BEB7-D6EE-1B44-98DC-623F1975EA3E}" type="datetimeFigureOut">
              <a:rPr lang="en-US"/>
              <a:pPr>
                <a:defRPr/>
              </a:pPr>
              <a:t>12/17/22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7B0C6C6-11B6-F949-9302-765494E34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422A58-3FB3-2944-9A1E-D04F5F12AE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84A9E-1307-DA49-A139-64EBE0C5F5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4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B9E4-3FEE-5946-9A0F-014CC6BB1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D2E6B-649B-7946-9F6B-E48C7C25F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BB9F7DE-8E0D-CE4F-8A92-045293D1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9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4" r:id="rId5"/>
    <p:sldLayoutId id="2147483655" r:id="rId6"/>
    <p:sldLayoutId id="2147483657" r:id="rId7"/>
    <p:sldLayoutId id="214748365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>
            <a:extLst>
              <a:ext uri="{FF2B5EF4-FFF2-40B4-BE49-F238E27FC236}">
                <a16:creationId xmlns:a16="http://schemas.microsoft.com/office/drawing/2014/main" id="{669A6451-C5FA-D446-B74D-A0FB13DB5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88419" name="AutoShape 3">
            <a:extLst>
              <a:ext uri="{FF2B5EF4-FFF2-40B4-BE49-F238E27FC236}">
                <a16:creationId xmlns:a16="http://schemas.microsoft.com/office/drawing/2014/main" id="{570D9880-B20F-484C-AE5B-6E8992B3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0"/>
            <a:ext cx="6019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6          2          8         4        3         7           5          1</a:t>
            </a:r>
          </a:p>
        </p:txBody>
      </p:sp>
      <p:sp>
        <p:nvSpPr>
          <p:cNvPr id="188420" name="AutoShape 4">
            <a:extLst>
              <a:ext uri="{FF2B5EF4-FFF2-40B4-BE49-F238E27FC236}">
                <a16:creationId xmlns:a16="http://schemas.microsoft.com/office/drawing/2014/main" id="{41171852-FA0F-5C41-8A6F-7C7CEA9AB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1593850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</a:t>
            </a:r>
          </a:p>
        </p:txBody>
      </p:sp>
      <p:sp>
        <p:nvSpPr>
          <p:cNvPr id="188421" name="AutoShape 5">
            <a:extLst>
              <a:ext uri="{FF2B5EF4-FFF2-40B4-BE49-F238E27FC236}">
                <a16:creationId xmlns:a16="http://schemas.microsoft.com/office/drawing/2014/main" id="{51509AE5-1792-FB40-8A58-1EB5BAC9B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E95D5596-01E7-944B-BC62-18C3471D5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879475"/>
          </a:xfrm>
        </p:spPr>
        <p:txBody>
          <a:bodyPr/>
          <a:lstStyle/>
          <a:p>
            <a:pPr eaLnBrk="1" hangingPunct="1"/>
            <a:r>
              <a:rPr lang="en-US" altLang="en-US" sz="3700"/>
              <a:t>Merge-Sort(A, 0, 7)</a:t>
            </a:r>
          </a:p>
        </p:txBody>
      </p:sp>
      <p:sp>
        <p:nvSpPr>
          <p:cNvPr id="188423" name="Text Box 7">
            <a:extLst>
              <a:ext uri="{FF2B5EF4-FFF2-40B4-BE49-F238E27FC236}">
                <a16:creationId xmlns:a16="http://schemas.microsoft.com/office/drawing/2014/main" id="{8B9732CE-6EE5-6541-B087-D46B0FC0F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132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Divide</a:t>
            </a: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4E6E6379-87FD-8C42-AC6E-869E2BD05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95770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animBg="1"/>
      <p:bldP spid="188420" grpId="0" animBg="1"/>
      <p:bldP spid="188421" grpId="0" animBg="1"/>
      <p:bldP spid="1884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6F9DB3F1-F470-2645-867D-978D25035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cxnSp>
        <p:nvCxnSpPr>
          <p:cNvPr id="9219" name="AutoShape 3">
            <a:extLst>
              <a:ext uri="{FF2B5EF4-FFF2-40B4-BE49-F238E27FC236}">
                <a16:creationId xmlns:a16="http://schemas.microsoft.com/office/drawing/2014/main" id="{D49442EA-E050-4144-A0E2-EF3C71EFF49C}"/>
              </a:ext>
            </a:extLst>
          </p:cNvPr>
          <p:cNvCxnSpPr>
            <a:cxnSpLocks noChangeShapeType="1"/>
            <a:stCxn id="9218" idx="0"/>
            <a:endCxn id="9220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0" name="AutoShape 4">
            <a:extLst>
              <a:ext uri="{FF2B5EF4-FFF2-40B4-BE49-F238E27FC236}">
                <a16:creationId xmlns:a16="http://schemas.microsoft.com/office/drawing/2014/main" id="{C1FAD072-913D-1D40-B195-D4091129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90469" name="AutoShape 5">
            <a:extLst>
              <a:ext uri="{FF2B5EF4-FFF2-40B4-BE49-F238E27FC236}">
                <a16:creationId xmlns:a16="http://schemas.microsoft.com/office/drawing/2014/main" id="{E3CDD5CB-4700-304D-A0D0-ADC22ED2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2741613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</a:t>
            </a:r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3D3635B7-8836-7249-9F25-C4702851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90471" name="AutoShape 7">
            <a:extLst>
              <a:ext uri="{FF2B5EF4-FFF2-40B4-BE49-F238E27FC236}">
                <a16:creationId xmlns:a16="http://schemas.microsoft.com/office/drawing/2014/main" id="{AC403B0C-14B7-0349-8E36-62BFD6F43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6" y="2738438"/>
            <a:ext cx="1173163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6          2</a:t>
            </a:r>
          </a:p>
        </p:txBody>
      </p:sp>
      <p:sp>
        <p:nvSpPr>
          <p:cNvPr id="190472" name="AutoShape 8">
            <a:extLst>
              <a:ext uri="{FF2B5EF4-FFF2-40B4-BE49-F238E27FC236}">
                <a16:creationId xmlns:a16="http://schemas.microsoft.com/office/drawing/2014/main" id="{9E72166C-55BE-914C-9FDF-F3528AE13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2727326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C979AB5D-F5B9-0246-89B0-6CF5DF8E5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290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3)</a:t>
            </a:r>
          </a:p>
        </p:txBody>
      </p:sp>
      <p:sp>
        <p:nvSpPr>
          <p:cNvPr id="190474" name="Text Box 10">
            <a:extLst>
              <a:ext uri="{FF2B5EF4-FFF2-40B4-BE49-F238E27FC236}">
                <a16:creationId xmlns:a16="http://schemas.microsoft.com/office/drawing/2014/main" id="{81159850-7291-6D41-88A3-B08CDB263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1049338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, divide</a:t>
            </a:r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FBC62F46-C94D-4643-B93C-C0843C1B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DC4FECE3-B0E9-1A47-A44A-00DF78CA5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417322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 animBg="1"/>
      <p:bldP spid="190471" grpId="0" animBg="1"/>
      <p:bldP spid="1904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2" name="AutoShape 2">
            <a:extLst>
              <a:ext uri="{FF2B5EF4-FFF2-40B4-BE49-F238E27FC236}">
                <a16:creationId xmlns:a16="http://schemas.microsoft.com/office/drawing/2014/main" id="{2BABEA58-CB58-A241-8B0D-2799D29BC4DB}"/>
              </a:ext>
            </a:extLst>
          </p:cNvPr>
          <p:cNvCxnSpPr>
            <a:cxnSpLocks noChangeShapeType="1"/>
            <a:stCxn id="10244" idx="0"/>
            <a:endCxn id="10243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3" name="AutoShape 3">
            <a:extLst>
              <a:ext uri="{FF2B5EF4-FFF2-40B4-BE49-F238E27FC236}">
                <a16:creationId xmlns:a16="http://schemas.microsoft.com/office/drawing/2014/main" id="{A78D6795-8397-814C-9626-068DFEFD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AutoShape 4">
            <a:extLst>
              <a:ext uri="{FF2B5EF4-FFF2-40B4-BE49-F238E27FC236}">
                <a16:creationId xmlns:a16="http://schemas.microsoft.com/office/drawing/2014/main" id="{5A183EFF-6A05-2544-BA9C-09FA57EBD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cxnSp>
        <p:nvCxnSpPr>
          <p:cNvPr id="10245" name="AutoShape 5">
            <a:extLst>
              <a:ext uri="{FF2B5EF4-FFF2-40B4-BE49-F238E27FC236}">
                <a16:creationId xmlns:a16="http://schemas.microsoft.com/office/drawing/2014/main" id="{DC52C18C-32C7-444B-ADEC-45A6EB63B34D}"/>
              </a:ext>
            </a:extLst>
          </p:cNvPr>
          <p:cNvCxnSpPr>
            <a:cxnSpLocks noChangeShapeType="1"/>
            <a:stCxn id="10243" idx="0"/>
            <a:endCxn id="1024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6" name="AutoShape 6">
            <a:extLst>
              <a:ext uri="{FF2B5EF4-FFF2-40B4-BE49-F238E27FC236}">
                <a16:creationId xmlns:a16="http://schemas.microsoft.com/office/drawing/2014/main" id="{0DC48666-51E9-374E-9713-B8AB4123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0247" name="AutoShape 7">
            <a:extLst>
              <a:ext uri="{FF2B5EF4-FFF2-40B4-BE49-F238E27FC236}">
                <a16:creationId xmlns:a16="http://schemas.microsoft.com/office/drawing/2014/main" id="{DEC3B321-E530-D44A-98DE-CDF318E60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0248" name="AutoShape 8">
            <a:extLst>
              <a:ext uri="{FF2B5EF4-FFF2-40B4-BE49-F238E27FC236}">
                <a16:creationId xmlns:a16="http://schemas.microsoft.com/office/drawing/2014/main" id="{B11AAE80-9E5E-524F-9FA0-5579FBF07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92521" name="AutoShape 9">
            <a:extLst>
              <a:ext uri="{FF2B5EF4-FFF2-40B4-BE49-F238E27FC236}">
                <a16:creationId xmlns:a16="http://schemas.microsoft.com/office/drawing/2014/main" id="{69277E90-87E5-F842-B1AF-C0DC484E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037013"/>
            <a:ext cx="1173163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6          2</a:t>
            </a:r>
          </a:p>
        </p:txBody>
      </p:sp>
      <p:sp>
        <p:nvSpPr>
          <p:cNvPr id="192522" name="AutoShape 10">
            <a:extLst>
              <a:ext uri="{FF2B5EF4-FFF2-40B4-BE49-F238E27FC236}">
                <a16:creationId xmlns:a16="http://schemas.microsoft.com/office/drawing/2014/main" id="{C1C69D5D-9B45-974E-B6A1-C09F8EF7B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2907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92523" name="AutoShape 11">
            <a:extLst>
              <a:ext uri="{FF2B5EF4-FFF2-40B4-BE49-F238E27FC236}">
                <a16:creationId xmlns:a16="http://schemas.microsoft.com/office/drawing/2014/main" id="{516EDF3B-6B29-8547-B67B-23E2B2775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F66AB676-4E79-DD4D-944E-95C440C27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317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1)</a:t>
            </a:r>
          </a:p>
        </p:txBody>
      </p:sp>
      <p:sp>
        <p:nvSpPr>
          <p:cNvPr id="192525" name="Text Box 13">
            <a:extLst>
              <a:ext uri="{FF2B5EF4-FFF2-40B4-BE49-F238E27FC236}">
                <a16:creationId xmlns:a16="http://schemas.microsoft.com/office/drawing/2014/main" id="{FB526680-E82F-F949-ACE8-FA35A6249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1049338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, divide</a:t>
            </a:r>
          </a:p>
        </p:txBody>
      </p:sp>
      <p:sp>
        <p:nvSpPr>
          <p:cNvPr id="10254" name="Text Box 14">
            <a:extLst>
              <a:ext uri="{FF2B5EF4-FFF2-40B4-BE49-F238E27FC236}">
                <a16:creationId xmlns:a16="http://schemas.microsoft.com/office/drawing/2014/main" id="{ECEE976B-26B3-5F44-B093-4B1192A76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2C40A6A4-9C01-5F4C-83D2-5695386E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79245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1" grpId="0" animBg="1"/>
      <p:bldP spid="192522" grpId="0" animBg="1"/>
      <p:bldP spid="1925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6" name="AutoShape 2">
            <a:extLst>
              <a:ext uri="{FF2B5EF4-FFF2-40B4-BE49-F238E27FC236}">
                <a16:creationId xmlns:a16="http://schemas.microsoft.com/office/drawing/2014/main" id="{5357ED52-C7B7-3043-B280-F40507FEB3D2}"/>
              </a:ext>
            </a:extLst>
          </p:cNvPr>
          <p:cNvCxnSpPr>
            <a:cxnSpLocks noChangeShapeType="1"/>
            <a:stCxn id="11269" idx="0"/>
            <a:endCxn id="11268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67" name="AutoShape 3">
            <a:extLst>
              <a:ext uri="{FF2B5EF4-FFF2-40B4-BE49-F238E27FC236}">
                <a16:creationId xmlns:a16="http://schemas.microsoft.com/office/drawing/2014/main" id="{C7C97A6F-7DD0-7645-8F30-4D467AC37F1D}"/>
              </a:ext>
            </a:extLst>
          </p:cNvPr>
          <p:cNvCxnSpPr>
            <a:cxnSpLocks noChangeShapeType="1"/>
            <a:stCxn id="11270" idx="0"/>
            <a:endCxn id="11269" idx="2"/>
          </p:cNvCxnSpPr>
          <p:nvPr/>
        </p:nvCxnSpPr>
        <p:spPr bwMode="auto">
          <a:xfrm flipV="1">
            <a:off x="2971801" y="4403726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8" name="AutoShape 4">
            <a:extLst>
              <a:ext uri="{FF2B5EF4-FFF2-40B4-BE49-F238E27FC236}">
                <a16:creationId xmlns:a16="http://schemas.microsoft.com/office/drawing/2014/main" id="{24AD8A4F-5D64-B64A-8B13-21EB34A9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1269" name="AutoShape 5">
            <a:extLst>
              <a:ext uri="{FF2B5EF4-FFF2-40B4-BE49-F238E27FC236}">
                <a16:creationId xmlns:a16="http://schemas.microsoft.com/office/drawing/2014/main" id="{B6B2E445-9937-8942-BEAA-CA6E823E3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1270" name="AutoShape 6">
            <a:extLst>
              <a:ext uri="{FF2B5EF4-FFF2-40B4-BE49-F238E27FC236}">
                <a16:creationId xmlns:a16="http://schemas.microsoft.com/office/drawing/2014/main" id="{F9A69BAD-71E6-1C4B-9AA9-604FBB50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1271" name="AutoShape 7">
            <a:extLst>
              <a:ext uri="{FF2B5EF4-FFF2-40B4-BE49-F238E27FC236}">
                <a16:creationId xmlns:a16="http://schemas.microsoft.com/office/drawing/2014/main" id="{5A78444C-FFC5-3941-B209-518E3A524306}"/>
              </a:ext>
            </a:extLst>
          </p:cNvPr>
          <p:cNvCxnSpPr>
            <a:cxnSpLocks noChangeShapeType="1"/>
            <a:stCxn id="11268" idx="0"/>
            <a:endCxn id="11272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2" name="AutoShape 8">
            <a:extLst>
              <a:ext uri="{FF2B5EF4-FFF2-40B4-BE49-F238E27FC236}">
                <a16:creationId xmlns:a16="http://schemas.microsoft.com/office/drawing/2014/main" id="{9AE2921C-9EE3-3C4C-8BA9-50956D78B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1273" name="AutoShape 9">
            <a:extLst>
              <a:ext uri="{FF2B5EF4-FFF2-40B4-BE49-F238E27FC236}">
                <a16:creationId xmlns:a16="http://schemas.microsoft.com/office/drawing/2014/main" id="{E802B3E0-5C39-7D46-813E-19AD4601E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1274" name="AutoShape 10">
            <a:extLst>
              <a:ext uri="{FF2B5EF4-FFF2-40B4-BE49-F238E27FC236}">
                <a16:creationId xmlns:a16="http://schemas.microsoft.com/office/drawing/2014/main" id="{A0AA0B18-ACCE-764C-9F94-030C8B008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1275" name="AutoShape 11">
            <a:extLst>
              <a:ext uri="{FF2B5EF4-FFF2-40B4-BE49-F238E27FC236}">
                <a16:creationId xmlns:a16="http://schemas.microsoft.com/office/drawing/2014/main" id="{FC9DDA7C-3611-8A45-9CF1-72EE590D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0895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1276" name="AutoShape 12">
            <a:extLst>
              <a:ext uri="{FF2B5EF4-FFF2-40B4-BE49-F238E27FC236}">
                <a16:creationId xmlns:a16="http://schemas.microsoft.com/office/drawing/2014/main" id="{9A802014-DC29-1448-BDDB-1B127CD9B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1277" name="Text Box 13">
            <a:extLst>
              <a:ext uri="{FF2B5EF4-FFF2-40B4-BE49-F238E27FC236}">
                <a16:creationId xmlns:a16="http://schemas.microsoft.com/office/drawing/2014/main" id="{BCAD60BF-94FE-5347-A95B-6E58B8C1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325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0)</a:t>
            </a:r>
          </a:p>
        </p:txBody>
      </p:sp>
      <p:sp>
        <p:nvSpPr>
          <p:cNvPr id="11278" name="Text Box 14">
            <a:extLst>
              <a:ext uri="{FF2B5EF4-FFF2-40B4-BE49-F238E27FC236}">
                <a16:creationId xmlns:a16="http://schemas.microsoft.com/office/drawing/2014/main" id="{506933E4-1993-1D42-BE4B-5FA4B4050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6" y="1035050"/>
            <a:ext cx="222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, base case</a:t>
            </a:r>
          </a:p>
        </p:txBody>
      </p:sp>
      <p:sp>
        <p:nvSpPr>
          <p:cNvPr id="11279" name="Text Box 15">
            <a:extLst>
              <a:ext uri="{FF2B5EF4-FFF2-40B4-BE49-F238E27FC236}">
                <a16:creationId xmlns:a16="http://schemas.microsoft.com/office/drawing/2014/main" id="{EA5D3233-07ED-9D42-AFA0-90E489E24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34398B26-8701-8442-AF75-545364EB0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2818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AutoShape 2">
            <a:extLst>
              <a:ext uri="{FF2B5EF4-FFF2-40B4-BE49-F238E27FC236}">
                <a16:creationId xmlns:a16="http://schemas.microsoft.com/office/drawing/2014/main" id="{6AE2C4BD-E4BD-3842-865F-F4759337EFFD}"/>
              </a:ext>
            </a:extLst>
          </p:cNvPr>
          <p:cNvCxnSpPr>
            <a:cxnSpLocks noChangeShapeType="1"/>
            <a:stCxn id="12293" idx="0"/>
            <a:endCxn id="12292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1" name="AutoShape 3">
            <a:extLst>
              <a:ext uri="{FF2B5EF4-FFF2-40B4-BE49-F238E27FC236}">
                <a16:creationId xmlns:a16="http://schemas.microsoft.com/office/drawing/2014/main" id="{32B3FC85-4E44-014C-ADDE-6179D2EC32F5}"/>
              </a:ext>
            </a:extLst>
          </p:cNvPr>
          <p:cNvCxnSpPr>
            <a:cxnSpLocks noChangeShapeType="1"/>
            <a:stCxn id="12294" idx="0"/>
            <a:endCxn id="12293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AutoShape 4">
            <a:extLst>
              <a:ext uri="{FF2B5EF4-FFF2-40B4-BE49-F238E27FC236}">
                <a16:creationId xmlns:a16="http://schemas.microsoft.com/office/drawing/2014/main" id="{66CE65A5-C508-6340-9D8B-C47BDEC74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2293" name="AutoShape 5">
            <a:extLst>
              <a:ext uri="{FF2B5EF4-FFF2-40B4-BE49-F238E27FC236}">
                <a16:creationId xmlns:a16="http://schemas.microsoft.com/office/drawing/2014/main" id="{D68BE5F0-9126-E749-951F-F737DE10D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2294" name="AutoShape 6">
            <a:extLst>
              <a:ext uri="{FF2B5EF4-FFF2-40B4-BE49-F238E27FC236}">
                <a16:creationId xmlns:a16="http://schemas.microsoft.com/office/drawing/2014/main" id="{08B6BC8E-02C2-F542-B9B6-ABE47DB09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2295" name="AutoShape 7">
            <a:extLst>
              <a:ext uri="{FF2B5EF4-FFF2-40B4-BE49-F238E27FC236}">
                <a16:creationId xmlns:a16="http://schemas.microsoft.com/office/drawing/2014/main" id="{3FB0A3E9-6B97-044A-AF56-666024115B08}"/>
              </a:ext>
            </a:extLst>
          </p:cNvPr>
          <p:cNvCxnSpPr>
            <a:cxnSpLocks noChangeShapeType="1"/>
            <a:stCxn id="12292" idx="0"/>
            <a:endCxn id="1229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6" name="AutoShape 8">
            <a:extLst>
              <a:ext uri="{FF2B5EF4-FFF2-40B4-BE49-F238E27FC236}">
                <a16:creationId xmlns:a16="http://schemas.microsoft.com/office/drawing/2014/main" id="{E880FA02-F38E-144D-A3BA-C4910D88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2297" name="AutoShape 9">
            <a:extLst>
              <a:ext uri="{FF2B5EF4-FFF2-40B4-BE49-F238E27FC236}">
                <a16:creationId xmlns:a16="http://schemas.microsoft.com/office/drawing/2014/main" id="{4B63E84D-6896-2B41-9F1B-E19E2B38F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2298" name="AutoShape 10">
            <a:extLst>
              <a:ext uri="{FF2B5EF4-FFF2-40B4-BE49-F238E27FC236}">
                <a16:creationId xmlns:a16="http://schemas.microsoft.com/office/drawing/2014/main" id="{F50515CF-2031-C148-94A3-068A4A767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2299" name="AutoShape 11">
            <a:extLst>
              <a:ext uri="{FF2B5EF4-FFF2-40B4-BE49-F238E27FC236}">
                <a16:creationId xmlns:a16="http://schemas.microsoft.com/office/drawing/2014/main" id="{46D571FD-B79B-3F4B-9905-480B34360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2300" name="AutoShape 12">
            <a:extLst>
              <a:ext uri="{FF2B5EF4-FFF2-40B4-BE49-F238E27FC236}">
                <a16:creationId xmlns:a16="http://schemas.microsoft.com/office/drawing/2014/main" id="{1C209B5B-EA4B-B143-B252-2BB57FD8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2301" name="Text Box 13">
            <a:extLst>
              <a:ext uri="{FF2B5EF4-FFF2-40B4-BE49-F238E27FC236}">
                <a16:creationId xmlns:a16="http://schemas.microsoft.com/office/drawing/2014/main" id="{5E7CD01C-7C45-D24E-B907-2AACB5A5B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833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0), return</a:t>
            </a:r>
          </a:p>
        </p:txBody>
      </p:sp>
      <p:sp>
        <p:nvSpPr>
          <p:cNvPr id="12302" name="Text Box 14">
            <a:extLst>
              <a:ext uri="{FF2B5EF4-FFF2-40B4-BE49-F238E27FC236}">
                <a16:creationId xmlns:a16="http://schemas.microsoft.com/office/drawing/2014/main" id="{0C60B325-B5C2-364E-8F94-2BB4A966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A08312A5-716A-3D4A-A19A-E7C3081F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147379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4" name="AutoShape 2">
            <a:extLst>
              <a:ext uri="{FF2B5EF4-FFF2-40B4-BE49-F238E27FC236}">
                <a16:creationId xmlns:a16="http://schemas.microsoft.com/office/drawing/2014/main" id="{22CB1CB6-31E8-904F-BA41-010FD08F7CAC}"/>
              </a:ext>
            </a:extLst>
          </p:cNvPr>
          <p:cNvCxnSpPr>
            <a:cxnSpLocks noChangeShapeType="1"/>
            <a:stCxn id="13318" idx="0"/>
            <a:endCxn id="13317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5" name="AutoShape 3">
            <a:extLst>
              <a:ext uri="{FF2B5EF4-FFF2-40B4-BE49-F238E27FC236}">
                <a16:creationId xmlns:a16="http://schemas.microsoft.com/office/drawing/2014/main" id="{AD90012B-0A8D-5446-987B-373B5C618E04}"/>
              </a:ext>
            </a:extLst>
          </p:cNvPr>
          <p:cNvCxnSpPr>
            <a:cxnSpLocks noChangeShapeType="1"/>
            <a:stCxn id="13319" idx="0"/>
            <a:endCxn id="13318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6" name="AutoShape 4">
            <a:extLst>
              <a:ext uri="{FF2B5EF4-FFF2-40B4-BE49-F238E27FC236}">
                <a16:creationId xmlns:a16="http://schemas.microsoft.com/office/drawing/2014/main" id="{3DAEC48A-1269-2C4F-A5AF-68C51BA162B9}"/>
              </a:ext>
            </a:extLst>
          </p:cNvPr>
          <p:cNvCxnSpPr>
            <a:cxnSpLocks noChangeShapeType="1"/>
            <a:stCxn id="13318" idx="2"/>
            <a:endCxn id="13320" idx="0"/>
          </p:cNvCxnSpPr>
          <p:nvPr/>
        </p:nvCxnSpPr>
        <p:spPr bwMode="auto">
          <a:xfrm>
            <a:off x="3400425" y="4403726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7" name="AutoShape 5">
            <a:extLst>
              <a:ext uri="{FF2B5EF4-FFF2-40B4-BE49-F238E27FC236}">
                <a16:creationId xmlns:a16="http://schemas.microsoft.com/office/drawing/2014/main" id="{D8CFF316-1EB0-514A-8E49-3BBB15FB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3318" name="AutoShape 6">
            <a:extLst>
              <a:ext uri="{FF2B5EF4-FFF2-40B4-BE49-F238E27FC236}">
                <a16:creationId xmlns:a16="http://schemas.microsoft.com/office/drawing/2014/main" id="{8A982382-FFE7-504E-8EA3-22A5D041B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3319" name="AutoShape 7">
            <a:extLst>
              <a:ext uri="{FF2B5EF4-FFF2-40B4-BE49-F238E27FC236}">
                <a16:creationId xmlns:a16="http://schemas.microsoft.com/office/drawing/2014/main" id="{DB8B4EC6-27C5-874E-A75B-0E3308F0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3320" name="AutoShape 8">
            <a:extLst>
              <a:ext uri="{FF2B5EF4-FFF2-40B4-BE49-F238E27FC236}">
                <a16:creationId xmlns:a16="http://schemas.microsoft.com/office/drawing/2014/main" id="{2C95F450-A542-DF45-9A16-E3804D5E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3321" name="AutoShape 9">
            <a:extLst>
              <a:ext uri="{FF2B5EF4-FFF2-40B4-BE49-F238E27FC236}">
                <a16:creationId xmlns:a16="http://schemas.microsoft.com/office/drawing/2014/main" id="{2FE3FFED-7EB4-6F4A-ADD9-DD123CB58438}"/>
              </a:ext>
            </a:extLst>
          </p:cNvPr>
          <p:cNvCxnSpPr>
            <a:cxnSpLocks noChangeShapeType="1"/>
            <a:stCxn id="13317" idx="0"/>
            <a:endCxn id="13322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2" name="AutoShape 10">
            <a:extLst>
              <a:ext uri="{FF2B5EF4-FFF2-40B4-BE49-F238E27FC236}">
                <a16:creationId xmlns:a16="http://schemas.microsoft.com/office/drawing/2014/main" id="{62754E1B-164E-7C44-8EE9-F0AC2751C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3323" name="AutoShape 11">
            <a:extLst>
              <a:ext uri="{FF2B5EF4-FFF2-40B4-BE49-F238E27FC236}">
                <a16:creationId xmlns:a16="http://schemas.microsoft.com/office/drawing/2014/main" id="{FF8346F5-6109-2341-9081-3CB6AF86E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3324" name="AutoShape 12">
            <a:extLst>
              <a:ext uri="{FF2B5EF4-FFF2-40B4-BE49-F238E27FC236}">
                <a16:creationId xmlns:a16="http://schemas.microsoft.com/office/drawing/2014/main" id="{64B572C5-53F3-704D-8FEB-B16FF1BB8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3325" name="AutoShape 13">
            <a:extLst>
              <a:ext uri="{FF2B5EF4-FFF2-40B4-BE49-F238E27FC236}">
                <a16:creationId xmlns:a16="http://schemas.microsoft.com/office/drawing/2014/main" id="{F1A1F4FC-A88D-B241-AB8C-10B050D43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3326" name="AutoShape 14">
            <a:extLst>
              <a:ext uri="{FF2B5EF4-FFF2-40B4-BE49-F238E27FC236}">
                <a16:creationId xmlns:a16="http://schemas.microsoft.com/office/drawing/2014/main" id="{56FA24CA-4A1D-DB43-B996-49184293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5103813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3327" name="Text Box 15">
            <a:extLst>
              <a:ext uri="{FF2B5EF4-FFF2-40B4-BE49-F238E27FC236}">
                <a16:creationId xmlns:a16="http://schemas.microsoft.com/office/drawing/2014/main" id="{BCE5D190-5361-A444-A68A-DC9B1B223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310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1, 1)</a:t>
            </a:r>
          </a:p>
        </p:txBody>
      </p:sp>
      <p:sp>
        <p:nvSpPr>
          <p:cNvPr id="13328" name="Text Box 16">
            <a:extLst>
              <a:ext uri="{FF2B5EF4-FFF2-40B4-BE49-F238E27FC236}">
                <a16:creationId xmlns:a16="http://schemas.microsoft.com/office/drawing/2014/main" id="{330BAF34-9250-0C42-9831-2EA4E4315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688" y="1019175"/>
            <a:ext cx="2220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, base case</a:t>
            </a:r>
          </a:p>
        </p:txBody>
      </p:sp>
      <p:sp>
        <p:nvSpPr>
          <p:cNvPr id="13329" name="Text Box 17">
            <a:extLst>
              <a:ext uri="{FF2B5EF4-FFF2-40B4-BE49-F238E27FC236}">
                <a16:creationId xmlns:a16="http://schemas.microsoft.com/office/drawing/2014/main" id="{62CE8F4F-6A96-9A48-8718-B6E3BE084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527C27F5-598F-764F-AA30-F0ABDF8F0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60821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8" name="AutoShape 2">
            <a:extLst>
              <a:ext uri="{FF2B5EF4-FFF2-40B4-BE49-F238E27FC236}">
                <a16:creationId xmlns:a16="http://schemas.microsoft.com/office/drawing/2014/main" id="{D14CF288-3B2C-9641-B7F3-FC652447E573}"/>
              </a:ext>
            </a:extLst>
          </p:cNvPr>
          <p:cNvCxnSpPr>
            <a:cxnSpLocks noChangeShapeType="1"/>
            <a:stCxn id="14342" idx="0"/>
            <a:endCxn id="14341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39" name="AutoShape 3">
            <a:extLst>
              <a:ext uri="{FF2B5EF4-FFF2-40B4-BE49-F238E27FC236}">
                <a16:creationId xmlns:a16="http://schemas.microsoft.com/office/drawing/2014/main" id="{D2943FD7-A4FB-8A47-B7DD-DE7CE6E8C68D}"/>
              </a:ext>
            </a:extLst>
          </p:cNvPr>
          <p:cNvCxnSpPr>
            <a:cxnSpLocks noChangeShapeType="1"/>
            <a:stCxn id="14343" idx="0"/>
            <a:endCxn id="14342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0" name="AutoShape 4">
            <a:extLst>
              <a:ext uri="{FF2B5EF4-FFF2-40B4-BE49-F238E27FC236}">
                <a16:creationId xmlns:a16="http://schemas.microsoft.com/office/drawing/2014/main" id="{57B75FDA-7391-5E4C-AFD5-61B6B3BD389C}"/>
              </a:ext>
            </a:extLst>
          </p:cNvPr>
          <p:cNvCxnSpPr>
            <a:cxnSpLocks noChangeShapeType="1"/>
            <a:stCxn id="14342" idx="2"/>
            <a:endCxn id="14344" idx="0"/>
          </p:cNvCxnSpPr>
          <p:nvPr/>
        </p:nvCxnSpPr>
        <p:spPr bwMode="auto">
          <a:xfrm>
            <a:off x="3400425" y="4408489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1" name="AutoShape 5">
            <a:extLst>
              <a:ext uri="{FF2B5EF4-FFF2-40B4-BE49-F238E27FC236}">
                <a16:creationId xmlns:a16="http://schemas.microsoft.com/office/drawing/2014/main" id="{7123BA23-9B20-3740-BB5C-A46FD64CB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4342" name="AutoShape 6">
            <a:extLst>
              <a:ext uri="{FF2B5EF4-FFF2-40B4-BE49-F238E27FC236}">
                <a16:creationId xmlns:a16="http://schemas.microsoft.com/office/drawing/2014/main" id="{23BC6CDD-163C-CC47-ADCA-FFFC4D2C9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0424DB92-2B91-7143-8FB5-003F07C5B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4344" name="AutoShape 8">
            <a:extLst>
              <a:ext uri="{FF2B5EF4-FFF2-40B4-BE49-F238E27FC236}">
                <a16:creationId xmlns:a16="http://schemas.microsoft.com/office/drawing/2014/main" id="{16034D17-598D-7542-8224-02EE90108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4345" name="AutoShape 9">
            <a:extLst>
              <a:ext uri="{FF2B5EF4-FFF2-40B4-BE49-F238E27FC236}">
                <a16:creationId xmlns:a16="http://schemas.microsoft.com/office/drawing/2014/main" id="{02868A77-0CCC-1343-8D58-5E709D35B3A6}"/>
              </a:ext>
            </a:extLst>
          </p:cNvPr>
          <p:cNvCxnSpPr>
            <a:cxnSpLocks noChangeShapeType="1"/>
            <a:stCxn id="14341" idx="0"/>
            <a:endCxn id="1434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6" name="AutoShape 10">
            <a:extLst>
              <a:ext uri="{FF2B5EF4-FFF2-40B4-BE49-F238E27FC236}">
                <a16:creationId xmlns:a16="http://schemas.microsoft.com/office/drawing/2014/main" id="{2BA4967C-F773-5541-AA9B-495920FAF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4347" name="AutoShape 11">
            <a:extLst>
              <a:ext uri="{FF2B5EF4-FFF2-40B4-BE49-F238E27FC236}">
                <a16:creationId xmlns:a16="http://schemas.microsoft.com/office/drawing/2014/main" id="{AE2CB408-7F5B-5C48-8422-6055DA8B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4348" name="AutoShape 12">
            <a:extLst>
              <a:ext uri="{FF2B5EF4-FFF2-40B4-BE49-F238E27FC236}">
                <a16:creationId xmlns:a16="http://schemas.microsoft.com/office/drawing/2014/main" id="{3C64A864-F9FC-CC44-A1CB-A95ACFDBD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4349" name="AutoShape 13">
            <a:extLst>
              <a:ext uri="{FF2B5EF4-FFF2-40B4-BE49-F238E27FC236}">
                <a16:creationId xmlns:a16="http://schemas.microsoft.com/office/drawing/2014/main" id="{C201CC5B-3E65-6B41-9E55-BA4F90CA5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4350" name="AutoShape 14">
            <a:extLst>
              <a:ext uri="{FF2B5EF4-FFF2-40B4-BE49-F238E27FC236}">
                <a16:creationId xmlns:a16="http://schemas.microsoft.com/office/drawing/2014/main" id="{B0DE60A0-F1A0-E344-A8B2-ACDC7576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4021138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id="{E22E2822-02F0-064C-A2AD-092501B6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55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1, 1), return</a:t>
            </a:r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id="{FAC66A99-1DB8-BF47-8862-F975F5E6B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4353" name="Rectangle 17">
            <a:extLst>
              <a:ext uri="{FF2B5EF4-FFF2-40B4-BE49-F238E27FC236}">
                <a16:creationId xmlns:a16="http://schemas.microsoft.com/office/drawing/2014/main" id="{1AD5923F-A557-FC42-B656-7EA1283F6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77743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62" name="AutoShape 2">
            <a:extLst>
              <a:ext uri="{FF2B5EF4-FFF2-40B4-BE49-F238E27FC236}">
                <a16:creationId xmlns:a16="http://schemas.microsoft.com/office/drawing/2014/main" id="{3EA9C143-AEE2-EC4A-89E9-98F6A9E73F13}"/>
              </a:ext>
            </a:extLst>
          </p:cNvPr>
          <p:cNvCxnSpPr>
            <a:cxnSpLocks noChangeShapeType="1"/>
            <a:stCxn id="15366" idx="0"/>
            <a:endCxn id="15365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3" name="AutoShape 3">
            <a:extLst>
              <a:ext uri="{FF2B5EF4-FFF2-40B4-BE49-F238E27FC236}">
                <a16:creationId xmlns:a16="http://schemas.microsoft.com/office/drawing/2014/main" id="{31ABC562-0B84-BF44-A610-F0B9B0370090}"/>
              </a:ext>
            </a:extLst>
          </p:cNvPr>
          <p:cNvCxnSpPr>
            <a:cxnSpLocks noChangeShapeType="1"/>
            <a:stCxn id="15367" idx="0"/>
            <a:endCxn id="15366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4" name="AutoShape 4">
            <a:extLst>
              <a:ext uri="{FF2B5EF4-FFF2-40B4-BE49-F238E27FC236}">
                <a16:creationId xmlns:a16="http://schemas.microsoft.com/office/drawing/2014/main" id="{F37A9CC8-B1DD-9545-9EF4-AA5513EC68BD}"/>
              </a:ext>
            </a:extLst>
          </p:cNvPr>
          <p:cNvCxnSpPr>
            <a:cxnSpLocks noChangeShapeType="1"/>
            <a:stCxn id="15366" idx="2"/>
            <a:endCxn id="15368" idx="0"/>
          </p:cNvCxnSpPr>
          <p:nvPr/>
        </p:nvCxnSpPr>
        <p:spPr bwMode="auto">
          <a:xfrm>
            <a:off x="3400425" y="4408489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5" name="AutoShape 5">
            <a:extLst>
              <a:ext uri="{FF2B5EF4-FFF2-40B4-BE49-F238E27FC236}">
                <a16:creationId xmlns:a16="http://schemas.microsoft.com/office/drawing/2014/main" id="{2A883CE6-69CE-4042-9B28-4A3CB5ECD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366" name="AutoShape 6">
            <a:extLst>
              <a:ext uri="{FF2B5EF4-FFF2-40B4-BE49-F238E27FC236}">
                <a16:creationId xmlns:a16="http://schemas.microsoft.com/office/drawing/2014/main" id="{1AF3CAA3-8765-B445-878C-3C94F2915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367" name="AutoShape 7">
            <a:extLst>
              <a:ext uri="{FF2B5EF4-FFF2-40B4-BE49-F238E27FC236}">
                <a16:creationId xmlns:a16="http://schemas.microsoft.com/office/drawing/2014/main" id="{619978B7-C1D7-F84B-B3E0-C77E79A6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5368" name="AutoShape 8">
            <a:extLst>
              <a:ext uri="{FF2B5EF4-FFF2-40B4-BE49-F238E27FC236}">
                <a16:creationId xmlns:a16="http://schemas.microsoft.com/office/drawing/2014/main" id="{97CA358F-6F25-9044-9D25-7ED293E1B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5369" name="AutoShape 9">
            <a:extLst>
              <a:ext uri="{FF2B5EF4-FFF2-40B4-BE49-F238E27FC236}">
                <a16:creationId xmlns:a16="http://schemas.microsoft.com/office/drawing/2014/main" id="{3AD19778-7452-A346-8A03-78128CD2DCA5}"/>
              </a:ext>
            </a:extLst>
          </p:cNvPr>
          <p:cNvCxnSpPr>
            <a:cxnSpLocks noChangeShapeType="1"/>
            <a:stCxn id="15365" idx="0"/>
            <a:endCxn id="15370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0" name="AutoShape 10">
            <a:extLst>
              <a:ext uri="{FF2B5EF4-FFF2-40B4-BE49-F238E27FC236}">
                <a16:creationId xmlns:a16="http://schemas.microsoft.com/office/drawing/2014/main" id="{BFDB7F7B-07EE-2841-8434-76E703140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371" name="AutoShape 11">
            <a:extLst>
              <a:ext uri="{FF2B5EF4-FFF2-40B4-BE49-F238E27FC236}">
                <a16:creationId xmlns:a16="http://schemas.microsoft.com/office/drawing/2014/main" id="{3AF670EE-7EBF-4B4C-9425-3B4FFD588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5372" name="AutoShape 12">
            <a:extLst>
              <a:ext uri="{FF2B5EF4-FFF2-40B4-BE49-F238E27FC236}">
                <a16:creationId xmlns:a16="http://schemas.microsoft.com/office/drawing/2014/main" id="{A204BD51-96E9-4D4C-A956-5C7AAE30A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5373" name="AutoShape 13">
            <a:extLst>
              <a:ext uri="{FF2B5EF4-FFF2-40B4-BE49-F238E27FC236}">
                <a16:creationId xmlns:a16="http://schemas.microsoft.com/office/drawing/2014/main" id="{75A4C342-0B3D-1A49-B70A-46593BB67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4008439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15374" name="Text Box 14">
            <a:extLst>
              <a:ext uri="{FF2B5EF4-FFF2-40B4-BE49-F238E27FC236}">
                <a16:creationId xmlns:a16="http://schemas.microsoft.com/office/drawing/2014/main" id="{6E2A1DF1-D73F-E548-B209-C4B909C89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Merge(A, 0, 0, 1)</a:t>
            </a:r>
          </a:p>
        </p:txBody>
      </p:sp>
      <p:sp>
        <p:nvSpPr>
          <p:cNvPr id="15375" name="Text Box 15">
            <a:extLst>
              <a:ext uri="{FF2B5EF4-FFF2-40B4-BE49-F238E27FC236}">
                <a16:creationId xmlns:a16="http://schemas.microsoft.com/office/drawing/2014/main" id="{0324B47E-3211-534C-8E0D-CB34E4AA4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5376" name="Rectangle 16">
            <a:extLst>
              <a:ext uri="{FF2B5EF4-FFF2-40B4-BE49-F238E27FC236}">
                <a16:creationId xmlns:a16="http://schemas.microsoft.com/office/drawing/2014/main" id="{AE23A0FC-1BDF-E541-B0B3-E3C7B6F3D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127744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86" name="AutoShape 2">
            <a:extLst>
              <a:ext uri="{FF2B5EF4-FFF2-40B4-BE49-F238E27FC236}">
                <a16:creationId xmlns:a16="http://schemas.microsoft.com/office/drawing/2014/main" id="{BAC061B8-A502-0540-9C90-BA2919938263}"/>
              </a:ext>
            </a:extLst>
          </p:cNvPr>
          <p:cNvCxnSpPr>
            <a:cxnSpLocks noChangeShapeType="1"/>
            <a:stCxn id="16390" idx="0"/>
            <a:endCxn id="16389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87" name="AutoShape 3">
            <a:extLst>
              <a:ext uri="{FF2B5EF4-FFF2-40B4-BE49-F238E27FC236}">
                <a16:creationId xmlns:a16="http://schemas.microsoft.com/office/drawing/2014/main" id="{C28B8A53-DAF4-7548-AD64-682A1330E662}"/>
              </a:ext>
            </a:extLst>
          </p:cNvPr>
          <p:cNvCxnSpPr>
            <a:cxnSpLocks noChangeShapeType="1"/>
            <a:stCxn id="16391" idx="0"/>
            <a:endCxn id="16390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88" name="AutoShape 4">
            <a:extLst>
              <a:ext uri="{FF2B5EF4-FFF2-40B4-BE49-F238E27FC236}">
                <a16:creationId xmlns:a16="http://schemas.microsoft.com/office/drawing/2014/main" id="{7167DE86-AFC6-CE4E-AD05-333B3DA73BCB}"/>
              </a:ext>
            </a:extLst>
          </p:cNvPr>
          <p:cNvCxnSpPr>
            <a:cxnSpLocks noChangeShapeType="1"/>
            <a:stCxn id="16390" idx="2"/>
            <a:endCxn id="16392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9" name="AutoShape 5">
            <a:extLst>
              <a:ext uri="{FF2B5EF4-FFF2-40B4-BE49-F238E27FC236}">
                <a16:creationId xmlns:a16="http://schemas.microsoft.com/office/drawing/2014/main" id="{F0A29CF8-A9C9-904D-A004-B3EF03587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6390" name="AutoShape 6">
            <a:extLst>
              <a:ext uri="{FF2B5EF4-FFF2-40B4-BE49-F238E27FC236}">
                <a16:creationId xmlns:a16="http://schemas.microsoft.com/office/drawing/2014/main" id="{F664C74F-6505-5D4A-BBA1-A56A7DA8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6391" name="AutoShape 7">
            <a:extLst>
              <a:ext uri="{FF2B5EF4-FFF2-40B4-BE49-F238E27FC236}">
                <a16:creationId xmlns:a16="http://schemas.microsoft.com/office/drawing/2014/main" id="{E1D63351-B674-4A4C-8D7F-E4D2086A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6392" name="AutoShape 8">
            <a:extLst>
              <a:ext uri="{FF2B5EF4-FFF2-40B4-BE49-F238E27FC236}">
                <a16:creationId xmlns:a16="http://schemas.microsoft.com/office/drawing/2014/main" id="{B09DCA2D-C332-9C4E-962B-A7DEDEDDC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6393" name="AutoShape 9">
            <a:extLst>
              <a:ext uri="{FF2B5EF4-FFF2-40B4-BE49-F238E27FC236}">
                <a16:creationId xmlns:a16="http://schemas.microsoft.com/office/drawing/2014/main" id="{0AEDB581-487D-BE42-890E-7D9A256BB5D5}"/>
              </a:ext>
            </a:extLst>
          </p:cNvPr>
          <p:cNvCxnSpPr>
            <a:cxnSpLocks noChangeShapeType="1"/>
            <a:stCxn id="16389" idx="0"/>
            <a:endCxn id="16394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4" name="AutoShape 10">
            <a:extLst>
              <a:ext uri="{FF2B5EF4-FFF2-40B4-BE49-F238E27FC236}">
                <a16:creationId xmlns:a16="http://schemas.microsoft.com/office/drawing/2014/main" id="{9A0A00D2-4B9E-DB48-8D12-B24B06AA2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6395" name="AutoShape 11">
            <a:extLst>
              <a:ext uri="{FF2B5EF4-FFF2-40B4-BE49-F238E27FC236}">
                <a16:creationId xmlns:a16="http://schemas.microsoft.com/office/drawing/2014/main" id="{77915013-9730-214B-BC27-A52F7936D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6396" name="AutoShape 12">
            <a:extLst>
              <a:ext uri="{FF2B5EF4-FFF2-40B4-BE49-F238E27FC236}">
                <a16:creationId xmlns:a16="http://schemas.microsoft.com/office/drawing/2014/main" id="{38A4FCFE-1550-FD40-A0A8-3964DF48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6397" name="AutoShape 13">
            <a:extLst>
              <a:ext uri="{FF2B5EF4-FFF2-40B4-BE49-F238E27FC236}">
                <a16:creationId xmlns:a16="http://schemas.microsoft.com/office/drawing/2014/main" id="{4EA0B268-D166-BD48-9967-91E22A66A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CFF42C71-3756-D74A-BC46-96D5FF1D4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70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1), return</a:t>
            </a:r>
          </a:p>
        </p:txBody>
      </p:sp>
      <p:sp>
        <p:nvSpPr>
          <p:cNvPr id="16399" name="Text Box 15">
            <a:extLst>
              <a:ext uri="{FF2B5EF4-FFF2-40B4-BE49-F238E27FC236}">
                <a16:creationId xmlns:a16="http://schemas.microsoft.com/office/drawing/2014/main" id="{DDBC8995-301F-3F43-93B9-DF6873E8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475F1B4A-C4AF-8440-A16F-E3E541C59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204019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10" name="AutoShape 2">
            <a:extLst>
              <a:ext uri="{FF2B5EF4-FFF2-40B4-BE49-F238E27FC236}">
                <a16:creationId xmlns:a16="http://schemas.microsoft.com/office/drawing/2014/main" id="{E0FEAB19-48E3-3C40-B9CC-D6197C9C2B29}"/>
              </a:ext>
            </a:extLst>
          </p:cNvPr>
          <p:cNvCxnSpPr>
            <a:cxnSpLocks noChangeShapeType="1"/>
            <a:stCxn id="17415" idx="0"/>
            <a:endCxn id="17414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1" name="AutoShape 3">
            <a:extLst>
              <a:ext uri="{FF2B5EF4-FFF2-40B4-BE49-F238E27FC236}">
                <a16:creationId xmlns:a16="http://schemas.microsoft.com/office/drawing/2014/main" id="{16FD2429-9C85-1044-A17A-51581F81ADE2}"/>
              </a:ext>
            </a:extLst>
          </p:cNvPr>
          <p:cNvCxnSpPr>
            <a:cxnSpLocks noChangeShapeType="1"/>
            <a:stCxn id="17416" idx="0"/>
            <a:endCxn id="17414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2" name="AutoShape 4">
            <a:extLst>
              <a:ext uri="{FF2B5EF4-FFF2-40B4-BE49-F238E27FC236}">
                <a16:creationId xmlns:a16="http://schemas.microsoft.com/office/drawing/2014/main" id="{070A1FC0-36E3-774E-9294-0EAB008993D7}"/>
              </a:ext>
            </a:extLst>
          </p:cNvPr>
          <p:cNvCxnSpPr>
            <a:cxnSpLocks noChangeShapeType="1"/>
            <a:stCxn id="17417" idx="0"/>
            <a:endCxn id="17415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3" name="AutoShape 5">
            <a:extLst>
              <a:ext uri="{FF2B5EF4-FFF2-40B4-BE49-F238E27FC236}">
                <a16:creationId xmlns:a16="http://schemas.microsoft.com/office/drawing/2014/main" id="{77297557-C962-3248-9A75-DD48B48C91E9}"/>
              </a:ext>
            </a:extLst>
          </p:cNvPr>
          <p:cNvCxnSpPr>
            <a:cxnSpLocks noChangeShapeType="1"/>
            <a:stCxn id="17415" idx="2"/>
            <a:endCxn id="17418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4" name="AutoShape 6">
            <a:extLst>
              <a:ext uri="{FF2B5EF4-FFF2-40B4-BE49-F238E27FC236}">
                <a16:creationId xmlns:a16="http://schemas.microsoft.com/office/drawing/2014/main" id="{53C9CBB4-131C-5140-9A73-1CF5FB361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7415" name="AutoShape 7">
            <a:extLst>
              <a:ext uri="{FF2B5EF4-FFF2-40B4-BE49-F238E27FC236}">
                <a16:creationId xmlns:a16="http://schemas.microsoft.com/office/drawing/2014/main" id="{60D8944D-C42A-244B-878D-151BA1522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7416" name="AutoShape 8">
            <a:extLst>
              <a:ext uri="{FF2B5EF4-FFF2-40B4-BE49-F238E27FC236}">
                <a16:creationId xmlns:a16="http://schemas.microsoft.com/office/drawing/2014/main" id="{FB6868D2-F29A-9D43-A193-7ED1BAEB5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7417" name="AutoShape 9">
            <a:extLst>
              <a:ext uri="{FF2B5EF4-FFF2-40B4-BE49-F238E27FC236}">
                <a16:creationId xmlns:a16="http://schemas.microsoft.com/office/drawing/2014/main" id="{EEDF6AF5-0297-664D-97C1-DF4827DB6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7418" name="AutoShape 10">
            <a:extLst>
              <a:ext uri="{FF2B5EF4-FFF2-40B4-BE49-F238E27FC236}">
                <a16:creationId xmlns:a16="http://schemas.microsoft.com/office/drawing/2014/main" id="{427C6A8E-7554-1E47-A6FD-607AF1154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7419" name="AutoShape 11">
            <a:extLst>
              <a:ext uri="{FF2B5EF4-FFF2-40B4-BE49-F238E27FC236}">
                <a16:creationId xmlns:a16="http://schemas.microsoft.com/office/drawing/2014/main" id="{291040BE-E8E2-4D46-AFC2-235F844CDD72}"/>
              </a:ext>
            </a:extLst>
          </p:cNvPr>
          <p:cNvCxnSpPr>
            <a:cxnSpLocks noChangeShapeType="1"/>
            <a:stCxn id="17414" idx="0"/>
            <a:endCxn id="17420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0" name="AutoShape 12">
            <a:extLst>
              <a:ext uri="{FF2B5EF4-FFF2-40B4-BE49-F238E27FC236}">
                <a16:creationId xmlns:a16="http://schemas.microsoft.com/office/drawing/2014/main" id="{2DFBCF2E-9F59-7B45-8D30-64A94DE8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7421" name="AutoShape 13">
            <a:extLst>
              <a:ext uri="{FF2B5EF4-FFF2-40B4-BE49-F238E27FC236}">
                <a16:creationId xmlns:a16="http://schemas.microsoft.com/office/drawing/2014/main" id="{1D15C4C6-01E7-2D42-BEFB-8B4842F18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06862" name="AutoShape 14">
            <a:extLst>
              <a:ext uri="{FF2B5EF4-FFF2-40B4-BE49-F238E27FC236}">
                <a16:creationId xmlns:a16="http://schemas.microsoft.com/office/drawing/2014/main" id="{CE1F99F8-F179-3643-A617-A480727A7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022726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17423" name="AutoShape 15">
            <a:extLst>
              <a:ext uri="{FF2B5EF4-FFF2-40B4-BE49-F238E27FC236}">
                <a16:creationId xmlns:a16="http://schemas.microsoft.com/office/drawing/2014/main" id="{9AEC5B5F-0E25-FE4F-ABD3-22DF3A2E6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17424" name="Text Box 16">
            <a:extLst>
              <a:ext uri="{FF2B5EF4-FFF2-40B4-BE49-F238E27FC236}">
                <a16:creationId xmlns:a16="http://schemas.microsoft.com/office/drawing/2014/main" id="{BF150177-AF31-9A4F-ADE3-AD7071679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2, 3)</a:t>
            </a:r>
          </a:p>
        </p:txBody>
      </p:sp>
      <p:sp>
        <p:nvSpPr>
          <p:cNvPr id="206865" name="AutoShape 17">
            <a:extLst>
              <a:ext uri="{FF2B5EF4-FFF2-40B4-BE49-F238E27FC236}">
                <a16:creationId xmlns:a16="http://schemas.microsoft.com/office/drawing/2014/main" id="{9CCE2B44-CE4D-4C43-B8BD-42FD84CA9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06866" name="AutoShape 18">
            <a:extLst>
              <a:ext uri="{FF2B5EF4-FFF2-40B4-BE49-F238E27FC236}">
                <a16:creationId xmlns:a16="http://schemas.microsoft.com/office/drawing/2014/main" id="{9AFF5E79-34D0-CA49-9C60-FAA1FA8A5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06867" name="Text Box 19">
            <a:extLst>
              <a:ext uri="{FF2B5EF4-FFF2-40B4-BE49-F238E27FC236}">
                <a16:creationId xmlns:a16="http://schemas.microsoft.com/office/drawing/2014/main" id="{70DB3BB6-DEC8-C544-AF02-DFB491A95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1047750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, divide</a:t>
            </a:r>
          </a:p>
        </p:txBody>
      </p:sp>
      <p:sp>
        <p:nvSpPr>
          <p:cNvPr id="17428" name="Text Box 20">
            <a:extLst>
              <a:ext uri="{FF2B5EF4-FFF2-40B4-BE49-F238E27FC236}">
                <a16:creationId xmlns:a16="http://schemas.microsoft.com/office/drawing/2014/main" id="{75F6D458-6672-3842-BB25-CE460B9FE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7429" name="Rectangle 21">
            <a:extLst>
              <a:ext uri="{FF2B5EF4-FFF2-40B4-BE49-F238E27FC236}">
                <a16:creationId xmlns:a16="http://schemas.microsoft.com/office/drawing/2014/main" id="{6CB7EF67-51A9-404F-BFE9-15799BBD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44847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2" grpId="0" animBg="1"/>
      <p:bldP spid="206865" grpId="0" animBg="1"/>
      <p:bldP spid="20686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34" name="AutoShape 2">
            <a:extLst>
              <a:ext uri="{FF2B5EF4-FFF2-40B4-BE49-F238E27FC236}">
                <a16:creationId xmlns:a16="http://schemas.microsoft.com/office/drawing/2014/main" id="{929C5963-40AA-6346-8860-EF6FF65709A7}"/>
              </a:ext>
            </a:extLst>
          </p:cNvPr>
          <p:cNvCxnSpPr>
            <a:cxnSpLocks noChangeShapeType="1"/>
            <a:stCxn id="18440" idx="0"/>
            <a:endCxn id="18439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13BE6F08-656E-6840-9673-1883FD0C7049}"/>
              </a:ext>
            </a:extLst>
          </p:cNvPr>
          <p:cNvCxnSpPr>
            <a:cxnSpLocks noChangeShapeType="1"/>
            <a:stCxn id="18441" idx="0"/>
            <a:endCxn id="18439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6" name="AutoShape 4">
            <a:extLst>
              <a:ext uri="{FF2B5EF4-FFF2-40B4-BE49-F238E27FC236}">
                <a16:creationId xmlns:a16="http://schemas.microsoft.com/office/drawing/2014/main" id="{48B39BE6-2E1E-4F4A-9B69-E6A05BFA3511}"/>
              </a:ext>
            </a:extLst>
          </p:cNvPr>
          <p:cNvCxnSpPr>
            <a:cxnSpLocks noChangeShapeType="1"/>
            <a:stCxn id="18442" idx="0"/>
            <a:endCxn id="18440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7" name="AutoShape 5">
            <a:extLst>
              <a:ext uri="{FF2B5EF4-FFF2-40B4-BE49-F238E27FC236}">
                <a16:creationId xmlns:a16="http://schemas.microsoft.com/office/drawing/2014/main" id="{4F82F628-8828-B845-99DB-073F412FA60D}"/>
              </a:ext>
            </a:extLst>
          </p:cNvPr>
          <p:cNvCxnSpPr>
            <a:cxnSpLocks noChangeShapeType="1"/>
            <a:stCxn id="18444" idx="0"/>
            <a:endCxn id="18441" idx="2"/>
          </p:cNvCxnSpPr>
          <p:nvPr/>
        </p:nvCxnSpPr>
        <p:spPr bwMode="auto">
          <a:xfrm flipV="1">
            <a:off x="4643438" y="4403726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8" name="AutoShape 6">
            <a:extLst>
              <a:ext uri="{FF2B5EF4-FFF2-40B4-BE49-F238E27FC236}">
                <a16:creationId xmlns:a16="http://schemas.microsoft.com/office/drawing/2014/main" id="{5B3311B7-6668-6D40-8C16-0CB9CC328CB0}"/>
              </a:ext>
            </a:extLst>
          </p:cNvPr>
          <p:cNvCxnSpPr>
            <a:cxnSpLocks noChangeShapeType="1"/>
            <a:stCxn id="18440" idx="2"/>
            <a:endCxn id="18443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9" name="AutoShape 7">
            <a:extLst>
              <a:ext uri="{FF2B5EF4-FFF2-40B4-BE49-F238E27FC236}">
                <a16:creationId xmlns:a16="http://schemas.microsoft.com/office/drawing/2014/main" id="{CE274AD1-9551-EA47-895E-15060E2F2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DCC866E3-F265-EE4B-831F-2137398B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48E3533A-E7F1-6C45-8761-CB7DEC80D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8442" name="AutoShape 10">
            <a:extLst>
              <a:ext uri="{FF2B5EF4-FFF2-40B4-BE49-F238E27FC236}">
                <a16:creationId xmlns:a16="http://schemas.microsoft.com/office/drawing/2014/main" id="{78170B08-64F4-994C-BC3D-A8B5B7D00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8443" name="AutoShape 11">
            <a:extLst>
              <a:ext uri="{FF2B5EF4-FFF2-40B4-BE49-F238E27FC236}">
                <a16:creationId xmlns:a16="http://schemas.microsoft.com/office/drawing/2014/main" id="{9210B92E-DF22-3E4D-8807-1B315C885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8444" name="AutoShape 12">
            <a:extLst>
              <a:ext uri="{FF2B5EF4-FFF2-40B4-BE49-F238E27FC236}">
                <a16:creationId xmlns:a16="http://schemas.microsoft.com/office/drawing/2014/main" id="{A0397432-60D6-B248-838D-E9B3E02FA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8445" name="AutoShape 13">
            <a:extLst>
              <a:ext uri="{FF2B5EF4-FFF2-40B4-BE49-F238E27FC236}">
                <a16:creationId xmlns:a16="http://schemas.microsoft.com/office/drawing/2014/main" id="{24059F4E-A1BA-0D45-8C93-14A3173CFE92}"/>
              </a:ext>
            </a:extLst>
          </p:cNvPr>
          <p:cNvCxnSpPr>
            <a:cxnSpLocks noChangeShapeType="1"/>
            <a:stCxn id="18439" idx="0"/>
            <a:endCxn id="1844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6" name="AutoShape 14">
            <a:extLst>
              <a:ext uri="{FF2B5EF4-FFF2-40B4-BE49-F238E27FC236}">
                <a16:creationId xmlns:a16="http://schemas.microsoft.com/office/drawing/2014/main" id="{0B79F942-CB59-F54C-A6BF-9BD6F35C2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8447" name="AutoShape 15">
            <a:extLst>
              <a:ext uri="{FF2B5EF4-FFF2-40B4-BE49-F238E27FC236}">
                <a16:creationId xmlns:a16="http://schemas.microsoft.com/office/drawing/2014/main" id="{3280BEA9-FB8C-F141-93DD-587C3E8C5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8448" name="AutoShape 16">
            <a:extLst>
              <a:ext uri="{FF2B5EF4-FFF2-40B4-BE49-F238E27FC236}">
                <a16:creationId xmlns:a16="http://schemas.microsoft.com/office/drawing/2014/main" id="{5CFE1585-34F9-1641-AEBA-8C6A9FCEA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8449" name="AutoShape 17">
            <a:extLst>
              <a:ext uri="{FF2B5EF4-FFF2-40B4-BE49-F238E27FC236}">
                <a16:creationId xmlns:a16="http://schemas.microsoft.com/office/drawing/2014/main" id="{A5D04AA4-0600-F44B-A40E-08377F061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18450" name="AutoShape 18">
            <a:extLst>
              <a:ext uri="{FF2B5EF4-FFF2-40B4-BE49-F238E27FC236}">
                <a16:creationId xmlns:a16="http://schemas.microsoft.com/office/drawing/2014/main" id="{5EEDD71C-40B2-3443-9484-219850775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073651"/>
            <a:ext cx="350837" cy="3349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8451" name="Text Box 19">
            <a:extLst>
              <a:ext uri="{FF2B5EF4-FFF2-40B4-BE49-F238E27FC236}">
                <a16:creationId xmlns:a16="http://schemas.microsoft.com/office/drawing/2014/main" id="{78386339-F1E3-C24F-BC8F-D8EBF1C08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19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2, 2), base case</a:t>
            </a:r>
          </a:p>
        </p:txBody>
      </p:sp>
      <p:sp>
        <p:nvSpPr>
          <p:cNvPr id="18452" name="Text Box 20">
            <a:extLst>
              <a:ext uri="{FF2B5EF4-FFF2-40B4-BE49-F238E27FC236}">
                <a16:creationId xmlns:a16="http://schemas.microsoft.com/office/drawing/2014/main" id="{C7F5D9B7-BBF2-AF49-B898-52609D243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1C1DEB9D-848C-CB45-830C-4DC0147D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227543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58" name="AutoShape 2">
            <a:extLst>
              <a:ext uri="{FF2B5EF4-FFF2-40B4-BE49-F238E27FC236}">
                <a16:creationId xmlns:a16="http://schemas.microsoft.com/office/drawing/2014/main" id="{3B82C78F-E8D7-EB4A-BFF3-6CAAFD89B30E}"/>
              </a:ext>
            </a:extLst>
          </p:cNvPr>
          <p:cNvCxnSpPr>
            <a:cxnSpLocks noChangeShapeType="1"/>
            <a:stCxn id="19464" idx="0"/>
            <a:endCxn id="19463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59" name="AutoShape 3">
            <a:extLst>
              <a:ext uri="{FF2B5EF4-FFF2-40B4-BE49-F238E27FC236}">
                <a16:creationId xmlns:a16="http://schemas.microsoft.com/office/drawing/2014/main" id="{BF3432B3-53B3-964D-BA0F-4B084A772AF5}"/>
              </a:ext>
            </a:extLst>
          </p:cNvPr>
          <p:cNvCxnSpPr>
            <a:cxnSpLocks noChangeShapeType="1"/>
            <a:stCxn id="19465" idx="0"/>
            <a:endCxn id="19463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0" name="AutoShape 4">
            <a:extLst>
              <a:ext uri="{FF2B5EF4-FFF2-40B4-BE49-F238E27FC236}">
                <a16:creationId xmlns:a16="http://schemas.microsoft.com/office/drawing/2014/main" id="{8CD48DB1-3792-364C-8582-F62ED75F0FE5}"/>
              </a:ext>
            </a:extLst>
          </p:cNvPr>
          <p:cNvCxnSpPr>
            <a:cxnSpLocks noChangeShapeType="1"/>
            <a:stCxn id="19466" idx="0"/>
            <a:endCxn id="19464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1" name="AutoShape 5">
            <a:extLst>
              <a:ext uri="{FF2B5EF4-FFF2-40B4-BE49-F238E27FC236}">
                <a16:creationId xmlns:a16="http://schemas.microsoft.com/office/drawing/2014/main" id="{F2B7B363-B7F2-C14F-AEFE-8ABC8E924217}"/>
              </a:ext>
            </a:extLst>
          </p:cNvPr>
          <p:cNvCxnSpPr>
            <a:cxnSpLocks noChangeShapeType="1"/>
            <a:stCxn id="19468" idx="0"/>
            <a:endCxn id="19465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2" name="AutoShape 6">
            <a:extLst>
              <a:ext uri="{FF2B5EF4-FFF2-40B4-BE49-F238E27FC236}">
                <a16:creationId xmlns:a16="http://schemas.microsoft.com/office/drawing/2014/main" id="{6AC4A30C-A155-EB46-9929-AC7C5DED5C2E}"/>
              </a:ext>
            </a:extLst>
          </p:cNvPr>
          <p:cNvCxnSpPr>
            <a:cxnSpLocks noChangeShapeType="1"/>
            <a:stCxn id="19464" idx="2"/>
            <a:endCxn id="19467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3" name="AutoShape 7">
            <a:extLst>
              <a:ext uri="{FF2B5EF4-FFF2-40B4-BE49-F238E27FC236}">
                <a16:creationId xmlns:a16="http://schemas.microsoft.com/office/drawing/2014/main" id="{319833D9-F222-5D47-8E76-8D6133114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9464" name="AutoShape 8">
            <a:extLst>
              <a:ext uri="{FF2B5EF4-FFF2-40B4-BE49-F238E27FC236}">
                <a16:creationId xmlns:a16="http://schemas.microsoft.com/office/drawing/2014/main" id="{DD669972-1F25-AA41-8049-0000A9836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9465" name="AutoShape 9">
            <a:extLst>
              <a:ext uri="{FF2B5EF4-FFF2-40B4-BE49-F238E27FC236}">
                <a16:creationId xmlns:a16="http://schemas.microsoft.com/office/drawing/2014/main" id="{93E20ECD-145D-914C-A20C-C6D6D440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9466" name="AutoShape 10">
            <a:extLst>
              <a:ext uri="{FF2B5EF4-FFF2-40B4-BE49-F238E27FC236}">
                <a16:creationId xmlns:a16="http://schemas.microsoft.com/office/drawing/2014/main" id="{5B9EE062-17BC-974D-B318-1BCE0E26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9467" name="AutoShape 11">
            <a:extLst>
              <a:ext uri="{FF2B5EF4-FFF2-40B4-BE49-F238E27FC236}">
                <a16:creationId xmlns:a16="http://schemas.microsoft.com/office/drawing/2014/main" id="{E8197DA2-B65F-2D4B-8FBC-6F0659E4F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19468" name="AutoShape 12">
            <a:extLst>
              <a:ext uri="{FF2B5EF4-FFF2-40B4-BE49-F238E27FC236}">
                <a16:creationId xmlns:a16="http://schemas.microsoft.com/office/drawing/2014/main" id="{C25224E8-B498-6E4F-B0AD-9F8B504DC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19469" name="AutoShape 13">
            <a:extLst>
              <a:ext uri="{FF2B5EF4-FFF2-40B4-BE49-F238E27FC236}">
                <a16:creationId xmlns:a16="http://schemas.microsoft.com/office/drawing/2014/main" id="{640AF0DC-5847-7845-AE16-050EAE1E184A}"/>
              </a:ext>
            </a:extLst>
          </p:cNvPr>
          <p:cNvCxnSpPr>
            <a:cxnSpLocks noChangeShapeType="1"/>
            <a:stCxn id="19463" idx="0"/>
            <a:endCxn id="19470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0" name="AutoShape 14">
            <a:extLst>
              <a:ext uri="{FF2B5EF4-FFF2-40B4-BE49-F238E27FC236}">
                <a16:creationId xmlns:a16="http://schemas.microsoft.com/office/drawing/2014/main" id="{23C0DF20-0477-1B45-990D-378E39AF0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9471" name="AutoShape 15">
            <a:extLst>
              <a:ext uri="{FF2B5EF4-FFF2-40B4-BE49-F238E27FC236}">
                <a16:creationId xmlns:a16="http://schemas.microsoft.com/office/drawing/2014/main" id="{FE4287D0-2AE2-4443-9839-B3C5BB45B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19472" name="AutoShape 16">
            <a:extLst>
              <a:ext uri="{FF2B5EF4-FFF2-40B4-BE49-F238E27FC236}">
                <a16:creationId xmlns:a16="http://schemas.microsoft.com/office/drawing/2014/main" id="{7CBBD5F6-4E0C-9E46-9CD5-52605EBDB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9473" name="AutoShape 17">
            <a:extLst>
              <a:ext uri="{FF2B5EF4-FFF2-40B4-BE49-F238E27FC236}">
                <a16:creationId xmlns:a16="http://schemas.microsoft.com/office/drawing/2014/main" id="{020E2511-BEC2-BD47-878B-570ECF5DE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19474" name="AutoShape 18">
            <a:extLst>
              <a:ext uri="{FF2B5EF4-FFF2-40B4-BE49-F238E27FC236}">
                <a16:creationId xmlns:a16="http://schemas.microsoft.com/office/drawing/2014/main" id="{75BBCF95-2CBA-4040-B210-DB40C60F2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9475" name="Text Box 19">
            <a:extLst>
              <a:ext uri="{FF2B5EF4-FFF2-40B4-BE49-F238E27FC236}">
                <a16:creationId xmlns:a16="http://schemas.microsoft.com/office/drawing/2014/main" id="{C1C446CD-C188-DB47-8B14-83466142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650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2, 2),</a:t>
            </a:r>
            <a:r>
              <a:rPr lang="en-US" altLang="en-US" b="1">
                <a:cs typeface="Arial" panose="020B0604020202020204" pitchFamily="34" charset="0"/>
              </a:rPr>
              <a:t> </a:t>
            </a: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return</a:t>
            </a:r>
          </a:p>
        </p:txBody>
      </p:sp>
      <p:sp>
        <p:nvSpPr>
          <p:cNvPr id="19476" name="Text Box 20">
            <a:extLst>
              <a:ext uri="{FF2B5EF4-FFF2-40B4-BE49-F238E27FC236}">
                <a16:creationId xmlns:a16="http://schemas.microsoft.com/office/drawing/2014/main" id="{1B51CA7B-A011-6946-B8BD-2E004F707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19477" name="Rectangle 21">
            <a:extLst>
              <a:ext uri="{FF2B5EF4-FFF2-40B4-BE49-F238E27FC236}">
                <a16:creationId xmlns:a16="http://schemas.microsoft.com/office/drawing/2014/main" id="{35431C60-179F-794B-A24B-3C5053E9D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551620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82" name="AutoShape 2">
            <a:extLst>
              <a:ext uri="{FF2B5EF4-FFF2-40B4-BE49-F238E27FC236}">
                <a16:creationId xmlns:a16="http://schemas.microsoft.com/office/drawing/2014/main" id="{DAA7C9F7-EF33-D149-B3AF-FE4C4504D203}"/>
              </a:ext>
            </a:extLst>
          </p:cNvPr>
          <p:cNvCxnSpPr>
            <a:cxnSpLocks noChangeShapeType="1"/>
            <a:stCxn id="20489" idx="0"/>
            <a:endCxn id="20488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3" name="AutoShape 3">
            <a:extLst>
              <a:ext uri="{FF2B5EF4-FFF2-40B4-BE49-F238E27FC236}">
                <a16:creationId xmlns:a16="http://schemas.microsoft.com/office/drawing/2014/main" id="{C1B6A650-562B-8145-AF2A-D3575D077E3B}"/>
              </a:ext>
            </a:extLst>
          </p:cNvPr>
          <p:cNvCxnSpPr>
            <a:cxnSpLocks noChangeShapeType="1"/>
            <a:stCxn id="20490" idx="0"/>
            <a:endCxn id="20488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4" name="AutoShape 4">
            <a:extLst>
              <a:ext uri="{FF2B5EF4-FFF2-40B4-BE49-F238E27FC236}">
                <a16:creationId xmlns:a16="http://schemas.microsoft.com/office/drawing/2014/main" id="{4781780D-736C-254C-ABB0-6D19811753A1}"/>
              </a:ext>
            </a:extLst>
          </p:cNvPr>
          <p:cNvCxnSpPr>
            <a:cxnSpLocks noChangeShapeType="1"/>
            <a:stCxn id="20491" idx="0"/>
            <a:endCxn id="20489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5" name="AutoShape 5">
            <a:extLst>
              <a:ext uri="{FF2B5EF4-FFF2-40B4-BE49-F238E27FC236}">
                <a16:creationId xmlns:a16="http://schemas.microsoft.com/office/drawing/2014/main" id="{B90D8429-7405-DB48-A5F0-9066AFBAA4ED}"/>
              </a:ext>
            </a:extLst>
          </p:cNvPr>
          <p:cNvCxnSpPr>
            <a:cxnSpLocks noChangeShapeType="1"/>
            <a:stCxn id="20493" idx="0"/>
            <a:endCxn id="20490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6" name="AutoShape 6">
            <a:extLst>
              <a:ext uri="{FF2B5EF4-FFF2-40B4-BE49-F238E27FC236}">
                <a16:creationId xmlns:a16="http://schemas.microsoft.com/office/drawing/2014/main" id="{13178529-BA74-874F-BBBC-341266B58DE4}"/>
              </a:ext>
            </a:extLst>
          </p:cNvPr>
          <p:cNvCxnSpPr>
            <a:cxnSpLocks noChangeShapeType="1"/>
            <a:stCxn id="20489" idx="2"/>
            <a:endCxn id="20492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7" name="AutoShape 7">
            <a:extLst>
              <a:ext uri="{FF2B5EF4-FFF2-40B4-BE49-F238E27FC236}">
                <a16:creationId xmlns:a16="http://schemas.microsoft.com/office/drawing/2014/main" id="{544852CB-6E05-C946-869F-37588BB2722C}"/>
              </a:ext>
            </a:extLst>
          </p:cNvPr>
          <p:cNvCxnSpPr>
            <a:cxnSpLocks noChangeShapeType="1"/>
            <a:stCxn id="20490" idx="2"/>
            <a:endCxn id="20494" idx="0"/>
          </p:cNvCxnSpPr>
          <p:nvPr/>
        </p:nvCxnSpPr>
        <p:spPr bwMode="auto">
          <a:xfrm>
            <a:off x="5126039" y="4403726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8" name="AutoShape 8">
            <a:extLst>
              <a:ext uri="{FF2B5EF4-FFF2-40B4-BE49-F238E27FC236}">
                <a16:creationId xmlns:a16="http://schemas.microsoft.com/office/drawing/2014/main" id="{28B47536-F37E-2341-8046-8185C0A0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0489" name="AutoShape 9">
            <a:extLst>
              <a:ext uri="{FF2B5EF4-FFF2-40B4-BE49-F238E27FC236}">
                <a16:creationId xmlns:a16="http://schemas.microsoft.com/office/drawing/2014/main" id="{6E86FCA6-A9B2-BD43-9AE6-C1837B9E2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0490" name="AutoShape 10">
            <a:extLst>
              <a:ext uri="{FF2B5EF4-FFF2-40B4-BE49-F238E27FC236}">
                <a16:creationId xmlns:a16="http://schemas.microsoft.com/office/drawing/2014/main" id="{8A73A491-1124-424C-AFC7-1B046F20C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0491" name="AutoShape 11">
            <a:extLst>
              <a:ext uri="{FF2B5EF4-FFF2-40B4-BE49-F238E27FC236}">
                <a16:creationId xmlns:a16="http://schemas.microsoft.com/office/drawing/2014/main" id="{B73B1975-0139-2845-925C-74680962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0492" name="AutoShape 12">
            <a:extLst>
              <a:ext uri="{FF2B5EF4-FFF2-40B4-BE49-F238E27FC236}">
                <a16:creationId xmlns:a16="http://schemas.microsoft.com/office/drawing/2014/main" id="{BAA4F5F1-8B43-E74C-A938-C8809A605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0493" name="AutoShape 13">
            <a:extLst>
              <a:ext uri="{FF2B5EF4-FFF2-40B4-BE49-F238E27FC236}">
                <a16:creationId xmlns:a16="http://schemas.microsoft.com/office/drawing/2014/main" id="{F4FFD8E6-DD63-7D41-9E1B-008F7BDFA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0494" name="AutoShape 14">
            <a:extLst>
              <a:ext uri="{FF2B5EF4-FFF2-40B4-BE49-F238E27FC236}">
                <a16:creationId xmlns:a16="http://schemas.microsoft.com/office/drawing/2014/main" id="{A33A2520-E42E-AC47-ADC9-0EAD61B9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0495" name="AutoShape 15">
            <a:extLst>
              <a:ext uri="{FF2B5EF4-FFF2-40B4-BE49-F238E27FC236}">
                <a16:creationId xmlns:a16="http://schemas.microsoft.com/office/drawing/2014/main" id="{0E3441D0-9E1A-4B42-A61A-30AED4621BB8}"/>
              </a:ext>
            </a:extLst>
          </p:cNvPr>
          <p:cNvCxnSpPr>
            <a:cxnSpLocks noChangeShapeType="1"/>
            <a:stCxn id="20488" idx="0"/>
            <a:endCxn id="2049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6" name="AutoShape 16">
            <a:extLst>
              <a:ext uri="{FF2B5EF4-FFF2-40B4-BE49-F238E27FC236}">
                <a16:creationId xmlns:a16="http://schemas.microsoft.com/office/drawing/2014/main" id="{4CF25DD9-54D1-F849-92DC-938FCA165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0497" name="AutoShape 17">
            <a:extLst>
              <a:ext uri="{FF2B5EF4-FFF2-40B4-BE49-F238E27FC236}">
                <a16:creationId xmlns:a16="http://schemas.microsoft.com/office/drawing/2014/main" id="{7B9388AE-8E89-364D-8253-AD8E48FEB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50720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0498" name="AutoShape 18">
            <a:extLst>
              <a:ext uri="{FF2B5EF4-FFF2-40B4-BE49-F238E27FC236}">
                <a16:creationId xmlns:a16="http://schemas.microsoft.com/office/drawing/2014/main" id="{416F6E77-9208-DC45-8C70-EE99F881A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20499" name="AutoShape 19">
            <a:extLst>
              <a:ext uri="{FF2B5EF4-FFF2-40B4-BE49-F238E27FC236}">
                <a16:creationId xmlns:a16="http://schemas.microsoft.com/office/drawing/2014/main" id="{E47CAB70-DE5B-AC46-9243-1821E5162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0500" name="Text Box 20">
            <a:extLst>
              <a:ext uri="{FF2B5EF4-FFF2-40B4-BE49-F238E27FC236}">
                <a16:creationId xmlns:a16="http://schemas.microsoft.com/office/drawing/2014/main" id="{8EA76C35-4AC0-B94B-AFCD-46DF2BF4E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68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3, 3), base case</a:t>
            </a:r>
          </a:p>
        </p:txBody>
      </p:sp>
      <p:sp>
        <p:nvSpPr>
          <p:cNvPr id="20501" name="Text Box 21">
            <a:extLst>
              <a:ext uri="{FF2B5EF4-FFF2-40B4-BE49-F238E27FC236}">
                <a16:creationId xmlns:a16="http://schemas.microsoft.com/office/drawing/2014/main" id="{1FB4C784-5EF8-8246-ADCD-E37FEF3B1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0502" name="Rectangle 22">
            <a:extLst>
              <a:ext uri="{FF2B5EF4-FFF2-40B4-BE49-F238E27FC236}">
                <a16:creationId xmlns:a16="http://schemas.microsoft.com/office/drawing/2014/main" id="{AD6A26FA-FC18-AA4D-891D-CE574762A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168711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06" name="AutoShape 2">
            <a:extLst>
              <a:ext uri="{FF2B5EF4-FFF2-40B4-BE49-F238E27FC236}">
                <a16:creationId xmlns:a16="http://schemas.microsoft.com/office/drawing/2014/main" id="{25AD23A1-28E0-3D46-A7D7-F7D0F329422D}"/>
              </a:ext>
            </a:extLst>
          </p:cNvPr>
          <p:cNvCxnSpPr>
            <a:cxnSpLocks noChangeShapeType="1"/>
            <a:stCxn id="21513" idx="0"/>
            <a:endCxn id="21512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7" name="AutoShape 3">
            <a:extLst>
              <a:ext uri="{FF2B5EF4-FFF2-40B4-BE49-F238E27FC236}">
                <a16:creationId xmlns:a16="http://schemas.microsoft.com/office/drawing/2014/main" id="{02DD0A7E-9864-0C45-9A51-FF226C2EC6B1}"/>
              </a:ext>
            </a:extLst>
          </p:cNvPr>
          <p:cNvCxnSpPr>
            <a:cxnSpLocks noChangeShapeType="1"/>
            <a:stCxn id="21514" idx="0"/>
            <a:endCxn id="21512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8" name="AutoShape 4">
            <a:extLst>
              <a:ext uri="{FF2B5EF4-FFF2-40B4-BE49-F238E27FC236}">
                <a16:creationId xmlns:a16="http://schemas.microsoft.com/office/drawing/2014/main" id="{C0C13C3D-06FF-9449-8A1B-103539F1E56E}"/>
              </a:ext>
            </a:extLst>
          </p:cNvPr>
          <p:cNvCxnSpPr>
            <a:cxnSpLocks noChangeShapeType="1"/>
            <a:stCxn id="21515" idx="0"/>
            <a:endCxn id="21513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9" name="AutoShape 5">
            <a:extLst>
              <a:ext uri="{FF2B5EF4-FFF2-40B4-BE49-F238E27FC236}">
                <a16:creationId xmlns:a16="http://schemas.microsoft.com/office/drawing/2014/main" id="{7B008177-7948-6844-A168-4A8FD49D4279}"/>
              </a:ext>
            </a:extLst>
          </p:cNvPr>
          <p:cNvCxnSpPr>
            <a:cxnSpLocks noChangeShapeType="1"/>
            <a:stCxn id="21517" idx="0"/>
            <a:endCxn id="21514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AutoShape 6">
            <a:extLst>
              <a:ext uri="{FF2B5EF4-FFF2-40B4-BE49-F238E27FC236}">
                <a16:creationId xmlns:a16="http://schemas.microsoft.com/office/drawing/2014/main" id="{62932BD4-CF5D-3846-80DE-D2B47F4A5AC1}"/>
              </a:ext>
            </a:extLst>
          </p:cNvPr>
          <p:cNvCxnSpPr>
            <a:cxnSpLocks noChangeShapeType="1"/>
            <a:stCxn id="21513" idx="2"/>
            <a:endCxn id="21516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AutoShape 7">
            <a:extLst>
              <a:ext uri="{FF2B5EF4-FFF2-40B4-BE49-F238E27FC236}">
                <a16:creationId xmlns:a16="http://schemas.microsoft.com/office/drawing/2014/main" id="{1A8B3352-A9FB-6044-BF63-DD38BEB238C3}"/>
              </a:ext>
            </a:extLst>
          </p:cNvPr>
          <p:cNvCxnSpPr>
            <a:cxnSpLocks noChangeShapeType="1"/>
            <a:stCxn id="21514" idx="2"/>
            <a:endCxn id="21518" idx="0"/>
          </p:cNvCxnSpPr>
          <p:nvPr/>
        </p:nvCxnSpPr>
        <p:spPr bwMode="auto">
          <a:xfrm>
            <a:off x="5126039" y="4408489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2" name="AutoShape 8">
            <a:extLst>
              <a:ext uri="{FF2B5EF4-FFF2-40B4-BE49-F238E27FC236}">
                <a16:creationId xmlns:a16="http://schemas.microsoft.com/office/drawing/2014/main" id="{D9894B38-E7DC-BE44-B6B5-043F8625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1513" name="AutoShape 9">
            <a:extLst>
              <a:ext uri="{FF2B5EF4-FFF2-40B4-BE49-F238E27FC236}">
                <a16:creationId xmlns:a16="http://schemas.microsoft.com/office/drawing/2014/main" id="{BBCD9F67-79C0-B146-A4DB-192482962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1514" name="AutoShape 10">
            <a:extLst>
              <a:ext uri="{FF2B5EF4-FFF2-40B4-BE49-F238E27FC236}">
                <a16:creationId xmlns:a16="http://schemas.microsoft.com/office/drawing/2014/main" id="{92F6C28A-BBD6-6C41-9834-92DF9A2B6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1515" name="AutoShape 11">
            <a:extLst>
              <a:ext uri="{FF2B5EF4-FFF2-40B4-BE49-F238E27FC236}">
                <a16:creationId xmlns:a16="http://schemas.microsoft.com/office/drawing/2014/main" id="{29296541-C4B0-2142-9CE5-77F97EF87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1516" name="AutoShape 12">
            <a:extLst>
              <a:ext uri="{FF2B5EF4-FFF2-40B4-BE49-F238E27FC236}">
                <a16:creationId xmlns:a16="http://schemas.microsoft.com/office/drawing/2014/main" id="{ACAD53AB-580F-5F4A-B7CF-82FDB6155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1517" name="AutoShape 13">
            <a:extLst>
              <a:ext uri="{FF2B5EF4-FFF2-40B4-BE49-F238E27FC236}">
                <a16:creationId xmlns:a16="http://schemas.microsoft.com/office/drawing/2014/main" id="{36D07585-6B94-4A46-B44F-E3D7A5A8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1518" name="AutoShape 14">
            <a:extLst>
              <a:ext uri="{FF2B5EF4-FFF2-40B4-BE49-F238E27FC236}">
                <a16:creationId xmlns:a16="http://schemas.microsoft.com/office/drawing/2014/main" id="{836CE70D-CDD7-6C49-B483-6CA58BBE7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1519" name="AutoShape 15">
            <a:extLst>
              <a:ext uri="{FF2B5EF4-FFF2-40B4-BE49-F238E27FC236}">
                <a16:creationId xmlns:a16="http://schemas.microsoft.com/office/drawing/2014/main" id="{A3682B42-4DBE-1C4D-B157-EA8F91480C36}"/>
              </a:ext>
            </a:extLst>
          </p:cNvPr>
          <p:cNvCxnSpPr>
            <a:cxnSpLocks noChangeShapeType="1"/>
            <a:stCxn id="21512" idx="0"/>
            <a:endCxn id="21520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0" name="AutoShape 16">
            <a:extLst>
              <a:ext uri="{FF2B5EF4-FFF2-40B4-BE49-F238E27FC236}">
                <a16:creationId xmlns:a16="http://schemas.microsoft.com/office/drawing/2014/main" id="{95E0A5BC-EC97-324D-A8A4-A02ED219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1521" name="AutoShape 17">
            <a:extLst>
              <a:ext uri="{FF2B5EF4-FFF2-40B4-BE49-F238E27FC236}">
                <a16:creationId xmlns:a16="http://schemas.microsoft.com/office/drawing/2014/main" id="{C0E6EE4B-8036-EF40-8EC5-89FCA9250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1522" name="AutoShape 18">
            <a:extLst>
              <a:ext uri="{FF2B5EF4-FFF2-40B4-BE49-F238E27FC236}">
                <a16:creationId xmlns:a16="http://schemas.microsoft.com/office/drawing/2014/main" id="{F5E662B3-A3E9-BC46-BE90-05654CDC0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9" y="4005263"/>
            <a:ext cx="350837" cy="334962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1523" name="AutoShape 19">
            <a:extLst>
              <a:ext uri="{FF2B5EF4-FFF2-40B4-BE49-F238E27FC236}">
                <a16:creationId xmlns:a16="http://schemas.microsoft.com/office/drawing/2014/main" id="{55CE42D5-97FE-9942-8775-90E0A36C1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21524" name="AutoShape 20">
            <a:extLst>
              <a:ext uri="{FF2B5EF4-FFF2-40B4-BE49-F238E27FC236}">
                <a16:creationId xmlns:a16="http://schemas.microsoft.com/office/drawing/2014/main" id="{A2D0F9BE-D581-8A4D-A738-35A5A734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9AF0A88B-839D-4740-B35B-80D35C0C6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3, 3), return</a:t>
            </a:r>
          </a:p>
        </p:txBody>
      </p:sp>
      <p:sp>
        <p:nvSpPr>
          <p:cNvPr id="21526" name="Text Box 22">
            <a:extLst>
              <a:ext uri="{FF2B5EF4-FFF2-40B4-BE49-F238E27FC236}">
                <a16:creationId xmlns:a16="http://schemas.microsoft.com/office/drawing/2014/main" id="{EB516164-CBD0-A344-9792-E2F21E65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3310EB4C-C722-6C4A-9F73-D58156AD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43407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30" name="AutoShape 2">
            <a:extLst>
              <a:ext uri="{FF2B5EF4-FFF2-40B4-BE49-F238E27FC236}">
                <a16:creationId xmlns:a16="http://schemas.microsoft.com/office/drawing/2014/main" id="{18D8B2A2-A766-2243-BEC1-25F433199D76}"/>
              </a:ext>
            </a:extLst>
          </p:cNvPr>
          <p:cNvCxnSpPr>
            <a:cxnSpLocks noChangeShapeType="1"/>
            <a:stCxn id="22537" idx="0"/>
            <a:endCxn id="22536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1" name="AutoShape 3">
            <a:extLst>
              <a:ext uri="{FF2B5EF4-FFF2-40B4-BE49-F238E27FC236}">
                <a16:creationId xmlns:a16="http://schemas.microsoft.com/office/drawing/2014/main" id="{DEA2E6FC-5DA0-1341-9FCA-74E5C26E6532}"/>
              </a:ext>
            </a:extLst>
          </p:cNvPr>
          <p:cNvCxnSpPr>
            <a:cxnSpLocks noChangeShapeType="1"/>
            <a:stCxn id="22538" idx="0"/>
            <a:endCxn id="22536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2" name="AutoShape 4">
            <a:extLst>
              <a:ext uri="{FF2B5EF4-FFF2-40B4-BE49-F238E27FC236}">
                <a16:creationId xmlns:a16="http://schemas.microsoft.com/office/drawing/2014/main" id="{5447019D-F06A-7348-900C-CC40CE5F7163}"/>
              </a:ext>
            </a:extLst>
          </p:cNvPr>
          <p:cNvCxnSpPr>
            <a:cxnSpLocks noChangeShapeType="1"/>
            <a:stCxn id="22539" idx="0"/>
            <a:endCxn id="22537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3" name="AutoShape 5">
            <a:extLst>
              <a:ext uri="{FF2B5EF4-FFF2-40B4-BE49-F238E27FC236}">
                <a16:creationId xmlns:a16="http://schemas.microsoft.com/office/drawing/2014/main" id="{EC823574-3C75-834A-A674-63F82B08BA83}"/>
              </a:ext>
            </a:extLst>
          </p:cNvPr>
          <p:cNvCxnSpPr>
            <a:cxnSpLocks noChangeShapeType="1"/>
            <a:stCxn id="22541" idx="0"/>
            <a:endCxn id="22538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4" name="AutoShape 6">
            <a:extLst>
              <a:ext uri="{FF2B5EF4-FFF2-40B4-BE49-F238E27FC236}">
                <a16:creationId xmlns:a16="http://schemas.microsoft.com/office/drawing/2014/main" id="{9C6CC922-ABAF-C642-877A-A22AB0F5E0C8}"/>
              </a:ext>
            </a:extLst>
          </p:cNvPr>
          <p:cNvCxnSpPr>
            <a:cxnSpLocks noChangeShapeType="1"/>
            <a:stCxn id="22537" idx="2"/>
            <a:endCxn id="22540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AutoShape 7">
            <a:extLst>
              <a:ext uri="{FF2B5EF4-FFF2-40B4-BE49-F238E27FC236}">
                <a16:creationId xmlns:a16="http://schemas.microsoft.com/office/drawing/2014/main" id="{E8E6320D-FB8E-2942-883C-45F5C0B73863}"/>
              </a:ext>
            </a:extLst>
          </p:cNvPr>
          <p:cNvCxnSpPr>
            <a:cxnSpLocks noChangeShapeType="1"/>
            <a:stCxn id="22538" idx="2"/>
            <a:endCxn id="22542" idx="0"/>
          </p:cNvCxnSpPr>
          <p:nvPr/>
        </p:nvCxnSpPr>
        <p:spPr bwMode="auto">
          <a:xfrm>
            <a:off x="5126039" y="4408489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6" name="AutoShape 8">
            <a:extLst>
              <a:ext uri="{FF2B5EF4-FFF2-40B4-BE49-F238E27FC236}">
                <a16:creationId xmlns:a16="http://schemas.microsoft.com/office/drawing/2014/main" id="{3849A37B-367D-054B-9351-62A63FFF8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2537" name="AutoShape 9">
            <a:extLst>
              <a:ext uri="{FF2B5EF4-FFF2-40B4-BE49-F238E27FC236}">
                <a16:creationId xmlns:a16="http://schemas.microsoft.com/office/drawing/2014/main" id="{2051FB49-F40D-3D43-B2C9-05AF2F407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2538" name="AutoShape 10">
            <a:extLst>
              <a:ext uri="{FF2B5EF4-FFF2-40B4-BE49-F238E27FC236}">
                <a16:creationId xmlns:a16="http://schemas.microsoft.com/office/drawing/2014/main" id="{36CE0B20-AD9E-CB44-B967-0631A77CD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2539" name="AutoShape 11">
            <a:extLst>
              <a:ext uri="{FF2B5EF4-FFF2-40B4-BE49-F238E27FC236}">
                <a16:creationId xmlns:a16="http://schemas.microsoft.com/office/drawing/2014/main" id="{15E46C79-C05F-C04E-84FD-345809451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2540" name="AutoShape 12">
            <a:extLst>
              <a:ext uri="{FF2B5EF4-FFF2-40B4-BE49-F238E27FC236}">
                <a16:creationId xmlns:a16="http://schemas.microsoft.com/office/drawing/2014/main" id="{B1606891-9CE2-BD43-BFDD-FCB5B0DA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2541" name="AutoShape 13">
            <a:extLst>
              <a:ext uri="{FF2B5EF4-FFF2-40B4-BE49-F238E27FC236}">
                <a16:creationId xmlns:a16="http://schemas.microsoft.com/office/drawing/2014/main" id="{6E4E6240-53DF-444F-92BB-2999323FC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2542" name="AutoShape 14">
            <a:extLst>
              <a:ext uri="{FF2B5EF4-FFF2-40B4-BE49-F238E27FC236}">
                <a16:creationId xmlns:a16="http://schemas.microsoft.com/office/drawing/2014/main" id="{F5ECDCFC-E71A-6B4C-97D9-EA4D8A638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2543" name="AutoShape 15">
            <a:extLst>
              <a:ext uri="{FF2B5EF4-FFF2-40B4-BE49-F238E27FC236}">
                <a16:creationId xmlns:a16="http://schemas.microsoft.com/office/drawing/2014/main" id="{F2757D62-E14F-9148-80A0-513CFC6A62FB}"/>
              </a:ext>
            </a:extLst>
          </p:cNvPr>
          <p:cNvCxnSpPr>
            <a:cxnSpLocks noChangeShapeType="1"/>
            <a:stCxn id="22536" idx="0"/>
            <a:endCxn id="22544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4" name="AutoShape 16">
            <a:extLst>
              <a:ext uri="{FF2B5EF4-FFF2-40B4-BE49-F238E27FC236}">
                <a16:creationId xmlns:a16="http://schemas.microsoft.com/office/drawing/2014/main" id="{97C2EAE3-BBD7-8646-A638-A0BEE699B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2545" name="AutoShape 17">
            <a:extLst>
              <a:ext uri="{FF2B5EF4-FFF2-40B4-BE49-F238E27FC236}">
                <a16:creationId xmlns:a16="http://schemas.microsoft.com/office/drawing/2014/main" id="{FDD161E6-ED23-F54F-B41E-ADAE5AB7A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2546" name="AutoShape 18">
            <a:extLst>
              <a:ext uri="{FF2B5EF4-FFF2-40B4-BE49-F238E27FC236}">
                <a16:creationId xmlns:a16="http://schemas.microsoft.com/office/drawing/2014/main" id="{C9FFBBE5-F828-0F4A-A59E-FA818BD62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22547" name="AutoShape 19">
            <a:extLst>
              <a:ext uri="{FF2B5EF4-FFF2-40B4-BE49-F238E27FC236}">
                <a16:creationId xmlns:a16="http://schemas.microsoft.com/office/drawing/2014/main" id="{A4D22598-7B92-4D4D-B916-4E58B2E0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006851"/>
            <a:ext cx="1128712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4         8</a:t>
            </a:r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5A70D9C0-9023-2E48-A77D-4AB4CC639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Merge(A, 2, 2, 3)</a:t>
            </a:r>
          </a:p>
        </p:txBody>
      </p:sp>
      <p:sp>
        <p:nvSpPr>
          <p:cNvPr id="22549" name="Text Box 21">
            <a:extLst>
              <a:ext uri="{FF2B5EF4-FFF2-40B4-BE49-F238E27FC236}">
                <a16:creationId xmlns:a16="http://schemas.microsoft.com/office/drawing/2014/main" id="{F9F5EDB2-74B0-8B4F-8490-FABA38836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2550" name="Rectangle 22">
            <a:extLst>
              <a:ext uri="{FF2B5EF4-FFF2-40B4-BE49-F238E27FC236}">
                <a16:creationId xmlns:a16="http://schemas.microsoft.com/office/drawing/2014/main" id="{E042CA13-DDE6-B944-B6A3-BAA98CC1C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289813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54" name="AutoShape 2">
            <a:extLst>
              <a:ext uri="{FF2B5EF4-FFF2-40B4-BE49-F238E27FC236}">
                <a16:creationId xmlns:a16="http://schemas.microsoft.com/office/drawing/2014/main" id="{D1351511-828F-6D4A-A067-F3A4AA5A1C8F}"/>
              </a:ext>
            </a:extLst>
          </p:cNvPr>
          <p:cNvCxnSpPr>
            <a:cxnSpLocks noChangeShapeType="1"/>
            <a:stCxn id="23561" idx="0"/>
            <a:endCxn id="23560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5" name="AutoShape 3">
            <a:extLst>
              <a:ext uri="{FF2B5EF4-FFF2-40B4-BE49-F238E27FC236}">
                <a16:creationId xmlns:a16="http://schemas.microsoft.com/office/drawing/2014/main" id="{0BA30A5B-617A-9D4A-AF5C-66DF71D49362}"/>
              </a:ext>
            </a:extLst>
          </p:cNvPr>
          <p:cNvCxnSpPr>
            <a:cxnSpLocks noChangeShapeType="1"/>
            <a:stCxn id="23562" idx="0"/>
            <a:endCxn id="23560" idx="2"/>
          </p:cNvCxnSpPr>
          <p:nvPr/>
        </p:nvCxnSpPr>
        <p:spPr bwMode="auto">
          <a:xfrm flipH="1" flipV="1">
            <a:off x="4151314" y="3113089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6" name="AutoShape 4">
            <a:extLst>
              <a:ext uri="{FF2B5EF4-FFF2-40B4-BE49-F238E27FC236}">
                <a16:creationId xmlns:a16="http://schemas.microsoft.com/office/drawing/2014/main" id="{6B37521C-50EF-364C-B2B9-43606C8744D7}"/>
              </a:ext>
            </a:extLst>
          </p:cNvPr>
          <p:cNvCxnSpPr>
            <a:cxnSpLocks noChangeShapeType="1"/>
            <a:stCxn id="23563" idx="0"/>
            <a:endCxn id="23561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7" name="AutoShape 5">
            <a:extLst>
              <a:ext uri="{FF2B5EF4-FFF2-40B4-BE49-F238E27FC236}">
                <a16:creationId xmlns:a16="http://schemas.microsoft.com/office/drawing/2014/main" id="{4F4CFEEB-D910-2F47-B8D1-3753A62B537C}"/>
              </a:ext>
            </a:extLst>
          </p:cNvPr>
          <p:cNvCxnSpPr>
            <a:cxnSpLocks noChangeShapeType="1"/>
            <a:stCxn id="23565" idx="0"/>
            <a:endCxn id="23562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8" name="AutoShape 6">
            <a:extLst>
              <a:ext uri="{FF2B5EF4-FFF2-40B4-BE49-F238E27FC236}">
                <a16:creationId xmlns:a16="http://schemas.microsoft.com/office/drawing/2014/main" id="{DDF7202B-D3BE-9042-9090-DB8DB98CEAA3}"/>
              </a:ext>
            </a:extLst>
          </p:cNvPr>
          <p:cNvCxnSpPr>
            <a:cxnSpLocks noChangeShapeType="1"/>
            <a:stCxn id="23561" idx="2"/>
            <a:endCxn id="23564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9" name="AutoShape 7">
            <a:extLst>
              <a:ext uri="{FF2B5EF4-FFF2-40B4-BE49-F238E27FC236}">
                <a16:creationId xmlns:a16="http://schemas.microsoft.com/office/drawing/2014/main" id="{3DF3E1D8-D9DE-2F4A-B41D-5ECE4B519A79}"/>
              </a:ext>
            </a:extLst>
          </p:cNvPr>
          <p:cNvCxnSpPr>
            <a:cxnSpLocks noChangeShapeType="1"/>
            <a:stCxn id="23562" idx="2"/>
            <a:endCxn id="23566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0" name="AutoShape 8">
            <a:extLst>
              <a:ext uri="{FF2B5EF4-FFF2-40B4-BE49-F238E27FC236}">
                <a16:creationId xmlns:a16="http://schemas.microsoft.com/office/drawing/2014/main" id="{4684F7D2-58AA-6F4B-B018-EFDED34DB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3561" name="AutoShape 9">
            <a:extLst>
              <a:ext uri="{FF2B5EF4-FFF2-40B4-BE49-F238E27FC236}">
                <a16:creationId xmlns:a16="http://schemas.microsoft.com/office/drawing/2014/main" id="{4A6183A0-8CD2-5545-A361-075C9B3C7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3562" name="AutoShape 10">
            <a:extLst>
              <a:ext uri="{FF2B5EF4-FFF2-40B4-BE49-F238E27FC236}">
                <a16:creationId xmlns:a16="http://schemas.microsoft.com/office/drawing/2014/main" id="{211ACF99-299B-0142-8969-A23B425DE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3563" name="AutoShape 11">
            <a:extLst>
              <a:ext uri="{FF2B5EF4-FFF2-40B4-BE49-F238E27FC236}">
                <a16:creationId xmlns:a16="http://schemas.microsoft.com/office/drawing/2014/main" id="{0771345F-8F1D-CA4C-A7F4-315453616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3564" name="AutoShape 12">
            <a:extLst>
              <a:ext uri="{FF2B5EF4-FFF2-40B4-BE49-F238E27FC236}">
                <a16:creationId xmlns:a16="http://schemas.microsoft.com/office/drawing/2014/main" id="{C8E1DB4B-D829-DA4C-ABF3-A6C269F12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3565" name="AutoShape 13">
            <a:extLst>
              <a:ext uri="{FF2B5EF4-FFF2-40B4-BE49-F238E27FC236}">
                <a16:creationId xmlns:a16="http://schemas.microsoft.com/office/drawing/2014/main" id="{909B825C-8505-ED4C-AF17-97B66BF70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3566" name="AutoShape 14">
            <a:extLst>
              <a:ext uri="{FF2B5EF4-FFF2-40B4-BE49-F238E27FC236}">
                <a16:creationId xmlns:a16="http://schemas.microsoft.com/office/drawing/2014/main" id="{C6E52E78-6A89-364E-82DA-00315FC07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D90123FD-F3C1-9E45-8E59-31C451448B05}"/>
              </a:ext>
            </a:extLst>
          </p:cNvPr>
          <p:cNvCxnSpPr>
            <a:cxnSpLocks noChangeShapeType="1"/>
            <a:stCxn id="23560" idx="0"/>
            <a:endCxn id="23568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8" name="AutoShape 16">
            <a:extLst>
              <a:ext uri="{FF2B5EF4-FFF2-40B4-BE49-F238E27FC236}">
                <a16:creationId xmlns:a16="http://schemas.microsoft.com/office/drawing/2014/main" id="{0F8E1087-4775-2C44-B9CA-C77298A50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3569" name="AutoShape 17">
            <a:extLst>
              <a:ext uri="{FF2B5EF4-FFF2-40B4-BE49-F238E27FC236}">
                <a16:creationId xmlns:a16="http://schemas.microsoft.com/office/drawing/2014/main" id="{1749323A-28E0-9A43-A935-8BA7CC76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3570" name="AutoShape 18">
            <a:extLst>
              <a:ext uri="{FF2B5EF4-FFF2-40B4-BE49-F238E27FC236}">
                <a16:creationId xmlns:a16="http://schemas.microsoft.com/office/drawing/2014/main" id="{8DDEB551-BD46-F14B-868A-7DDF7A715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23571" name="AutoShape 19">
            <a:extLst>
              <a:ext uri="{FF2B5EF4-FFF2-40B4-BE49-F238E27FC236}">
                <a16:creationId xmlns:a16="http://schemas.microsoft.com/office/drawing/2014/main" id="{F680A75D-170B-A64F-AE19-FFC954F94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709863"/>
            <a:ext cx="1128712" cy="334962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4         8</a:t>
            </a:r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8CC6E8AF-7BCC-4846-BD60-78A347BC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2, 3), return</a:t>
            </a:r>
          </a:p>
        </p:txBody>
      </p:sp>
      <p:sp>
        <p:nvSpPr>
          <p:cNvPr id="23573" name="Text Box 21">
            <a:extLst>
              <a:ext uri="{FF2B5EF4-FFF2-40B4-BE49-F238E27FC236}">
                <a16:creationId xmlns:a16="http://schemas.microsoft.com/office/drawing/2014/main" id="{9DB33C32-C313-F14E-977A-45CD8593B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B0110A7D-D775-C148-A767-AB85BA974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1002307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78" name="AutoShape 2">
            <a:extLst>
              <a:ext uri="{FF2B5EF4-FFF2-40B4-BE49-F238E27FC236}">
                <a16:creationId xmlns:a16="http://schemas.microsoft.com/office/drawing/2014/main" id="{602F0361-8C79-A545-AA14-30E454B6739E}"/>
              </a:ext>
            </a:extLst>
          </p:cNvPr>
          <p:cNvCxnSpPr>
            <a:cxnSpLocks noChangeShapeType="1"/>
            <a:stCxn id="24585" idx="0"/>
            <a:endCxn id="24584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79" name="AutoShape 3">
            <a:extLst>
              <a:ext uri="{FF2B5EF4-FFF2-40B4-BE49-F238E27FC236}">
                <a16:creationId xmlns:a16="http://schemas.microsoft.com/office/drawing/2014/main" id="{5C4A284C-15A9-1E40-B5A6-E25DB0694E00}"/>
              </a:ext>
            </a:extLst>
          </p:cNvPr>
          <p:cNvCxnSpPr>
            <a:cxnSpLocks noChangeShapeType="1"/>
            <a:stCxn id="24586" idx="0"/>
            <a:endCxn id="24584" idx="2"/>
          </p:cNvCxnSpPr>
          <p:nvPr/>
        </p:nvCxnSpPr>
        <p:spPr bwMode="auto">
          <a:xfrm flipH="1" flipV="1">
            <a:off x="4151314" y="3113089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0" name="AutoShape 4">
            <a:extLst>
              <a:ext uri="{FF2B5EF4-FFF2-40B4-BE49-F238E27FC236}">
                <a16:creationId xmlns:a16="http://schemas.microsoft.com/office/drawing/2014/main" id="{5FA8D321-5289-4541-B739-A2ABB8BC7B3D}"/>
              </a:ext>
            </a:extLst>
          </p:cNvPr>
          <p:cNvCxnSpPr>
            <a:cxnSpLocks noChangeShapeType="1"/>
            <a:stCxn id="24587" idx="0"/>
            <a:endCxn id="24585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1" name="AutoShape 5">
            <a:extLst>
              <a:ext uri="{FF2B5EF4-FFF2-40B4-BE49-F238E27FC236}">
                <a16:creationId xmlns:a16="http://schemas.microsoft.com/office/drawing/2014/main" id="{441924E2-FF0B-9846-8CF3-7B878165B576}"/>
              </a:ext>
            </a:extLst>
          </p:cNvPr>
          <p:cNvCxnSpPr>
            <a:cxnSpLocks noChangeShapeType="1"/>
            <a:stCxn id="24589" idx="0"/>
            <a:endCxn id="24586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2" name="AutoShape 6">
            <a:extLst>
              <a:ext uri="{FF2B5EF4-FFF2-40B4-BE49-F238E27FC236}">
                <a16:creationId xmlns:a16="http://schemas.microsoft.com/office/drawing/2014/main" id="{40CC7C26-8CBE-7548-B1FA-1FA88E931FB2}"/>
              </a:ext>
            </a:extLst>
          </p:cNvPr>
          <p:cNvCxnSpPr>
            <a:cxnSpLocks noChangeShapeType="1"/>
            <a:stCxn id="24585" idx="2"/>
            <a:endCxn id="24588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3" name="AutoShape 7">
            <a:extLst>
              <a:ext uri="{FF2B5EF4-FFF2-40B4-BE49-F238E27FC236}">
                <a16:creationId xmlns:a16="http://schemas.microsoft.com/office/drawing/2014/main" id="{AE1C69D5-8D54-6C45-9426-FBEA66605532}"/>
              </a:ext>
            </a:extLst>
          </p:cNvPr>
          <p:cNvCxnSpPr>
            <a:cxnSpLocks noChangeShapeType="1"/>
            <a:stCxn id="24586" idx="2"/>
            <a:endCxn id="24590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4" name="AutoShape 8">
            <a:extLst>
              <a:ext uri="{FF2B5EF4-FFF2-40B4-BE49-F238E27FC236}">
                <a16:creationId xmlns:a16="http://schemas.microsoft.com/office/drawing/2014/main" id="{BFA593D9-E857-614A-AEE2-00DAC83B8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4585" name="AutoShape 9">
            <a:extLst>
              <a:ext uri="{FF2B5EF4-FFF2-40B4-BE49-F238E27FC236}">
                <a16:creationId xmlns:a16="http://schemas.microsoft.com/office/drawing/2014/main" id="{29E73C41-35EB-AF47-BAE9-ECF37622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4586" name="AutoShape 10">
            <a:extLst>
              <a:ext uri="{FF2B5EF4-FFF2-40B4-BE49-F238E27FC236}">
                <a16:creationId xmlns:a16="http://schemas.microsoft.com/office/drawing/2014/main" id="{087EFF50-E417-D64C-9F00-624CA214F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4587" name="AutoShape 11">
            <a:extLst>
              <a:ext uri="{FF2B5EF4-FFF2-40B4-BE49-F238E27FC236}">
                <a16:creationId xmlns:a16="http://schemas.microsoft.com/office/drawing/2014/main" id="{24DA2D73-C953-CE46-9E86-277AD0B77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4588" name="AutoShape 12">
            <a:extLst>
              <a:ext uri="{FF2B5EF4-FFF2-40B4-BE49-F238E27FC236}">
                <a16:creationId xmlns:a16="http://schemas.microsoft.com/office/drawing/2014/main" id="{EF597633-FFBE-AE4C-80DB-0017C3F87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4589" name="AutoShape 13">
            <a:extLst>
              <a:ext uri="{FF2B5EF4-FFF2-40B4-BE49-F238E27FC236}">
                <a16:creationId xmlns:a16="http://schemas.microsoft.com/office/drawing/2014/main" id="{C7996945-554F-A343-92A5-A4CE28588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4590" name="AutoShape 14">
            <a:extLst>
              <a:ext uri="{FF2B5EF4-FFF2-40B4-BE49-F238E27FC236}">
                <a16:creationId xmlns:a16="http://schemas.microsoft.com/office/drawing/2014/main" id="{39601B7C-51E1-C742-AAB9-C399E89A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4591" name="AutoShape 15">
            <a:extLst>
              <a:ext uri="{FF2B5EF4-FFF2-40B4-BE49-F238E27FC236}">
                <a16:creationId xmlns:a16="http://schemas.microsoft.com/office/drawing/2014/main" id="{2BC49125-55D6-F34D-B512-1D1BF9612755}"/>
              </a:ext>
            </a:extLst>
          </p:cNvPr>
          <p:cNvCxnSpPr>
            <a:cxnSpLocks noChangeShapeType="1"/>
            <a:stCxn id="24584" idx="0"/>
            <a:endCxn id="24592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AutoShape 16">
            <a:extLst>
              <a:ext uri="{FF2B5EF4-FFF2-40B4-BE49-F238E27FC236}">
                <a16:creationId xmlns:a16="http://schemas.microsoft.com/office/drawing/2014/main" id="{1E2B6CB8-627E-8F42-97EA-54C33726F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4593" name="AutoShape 17">
            <a:extLst>
              <a:ext uri="{FF2B5EF4-FFF2-40B4-BE49-F238E27FC236}">
                <a16:creationId xmlns:a16="http://schemas.microsoft.com/office/drawing/2014/main" id="{9AA30C20-EE0B-A044-AEF6-6D67B1983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4594" name="AutoShape 18">
            <a:extLst>
              <a:ext uri="{FF2B5EF4-FFF2-40B4-BE49-F238E27FC236}">
                <a16:creationId xmlns:a16="http://schemas.microsoft.com/office/drawing/2014/main" id="{E84072B5-9D7C-DF47-863F-D3A54447A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E7F13845-95AF-F842-A3CE-C9F0547EB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Merge(A, 0, 1, 3)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7C7332DA-002A-0346-A9F2-0AE1E2A22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4597" name="Rectangle 21">
            <a:extLst>
              <a:ext uri="{FF2B5EF4-FFF2-40B4-BE49-F238E27FC236}">
                <a16:creationId xmlns:a16="http://schemas.microsoft.com/office/drawing/2014/main" id="{06411418-54F1-7946-8894-2F6F77BC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121588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02" name="AutoShape 2">
            <a:extLst>
              <a:ext uri="{FF2B5EF4-FFF2-40B4-BE49-F238E27FC236}">
                <a16:creationId xmlns:a16="http://schemas.microsoft.com/office/drawing/2014/main" id="{FC3F013B-634A-1A4B-9E36-43337AE71BEE}"/>
              </a:ext>
            </a:extLst>
          </p:cNvPr>
          <p:cNvCxnSpPr>
            <a:cxnSpLocks noChangeShapeType="1"/>
            <a:stCxn id="25609" idx="0"/>
            <a:endCxn id="25608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3" name="AutoShape 3">
            <a:extLst>
              <a:ext uri="{FF2B5EF4-FFF2-40B4-BE49-F238E27FC236}">
                <a16:creationId xmlns:a16="http://schemas.microsoft.com/office/drawing/2014/main" id="{A7C1B899-09C8-FF4B-AE83-32F0213AEA0B}"/>
              </a:ext>
            </a:extLst>
          </p:cNvPr>
          <p:cNvCxnSpPr>
            <a:cxnSpLocks noChangeShapeType="1"/>
            <a:stCxn id="25610" idx="0"/>
            <a:endCxn id="25608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4" name="AutoShape 4">
            <a:extLst>
              <a:ext uri="{FF2B5EF4-FFF2-40B4-BE49-F238E27FC236}">
                <a16:creationId xmlns:a16="http://schemas.microsoft.com/office/drawing/2014/main" id="{71E86DAD-0369-6847-9635-999147A30897}"/>
              </a:ext>
            </a:extLst>
          </p:cNvPr>
          <p:cNvCxnSpPr>
            <a:cxnSpLocks noChangeShapeType="1"/>
            <a:stCxn id="25611" idx="0"/>
            <a:endCxn id="25609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AutoShape 5">
            <a:extLst>
              <a:ext uri="{FF2B5EF4-FFF2-40B4-BE49-F238E27FC236}">
                <a16:creationId xmlns:a16="http://schemas.microsoft.com/office/drawing/2014/main" id="{DC0BEFFF-8F34-D740-9FE7-21010E2F1C07}"/>
              </a:ext>
            </a:extLst>
          </p:cNvPr>
          <p:cNvCxnSpPr>
            <a:cxnSpLocks noChangeShapeType="1"/>
            <a:stCxn id="25613" idx="0"/>
            <a:endCxn id="25610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6" name="AutoShape 6">
            <a:extLst>
              <a:ext uri="{FF2B5EF4-FFF2-40B4-BE49-F238E27FC236}">
                <a16:creationId xmlns:a16="http://schemas.microsoft.com/office/drawing/2014/main" id="{A8D089F0-143F-224D-882B-9001A05D6B19}"/>
              </a:ext>
            </a:extLst>
          </p:cNvPr>
          <p:cNvCxnSpPr>
            <a:cxnSpLocks noChangeShapeType="1"/>
            <a:stCxn id="25609" idx="2"/>
            <a:endCxn id="25612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7" name="AutoShape 7">
            <a:extLst>
              <a:ext uri="{FF2B5EF4-FFF2-40B4-BE49-F238E27FC236}">
                <a16:creationId xmlns:a16="http://schemas.microsoft.com/office/drawing/2014/main" id="{F49FB6C9-FADB-CA46-84D4-0CBCE513F430}"/>
              </a:ext>
            </a:extLst>
          </p:cNvPr>
          <p:cNvCxnSpPr>
            <a:cxnSpLocks noChangeShapeType="1"/>
            <a:stCxn id="25610" idx="2"/>
            <a:endCxn id="25614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8" name="AutoShape 8">
            <a:extLst>
              <a:ext uri="{FF2B5EF4-FFF2-40B4-BE49-F238E27FC236}">
                <a16:creationId xmlns:a16="http://schemas.microsoft.com/office/drawing/2014/main" id="{0254B688-F4E7-9B41-9D99-5166B22C9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5609" name="AutoShape 9">
            <a:extLst>
              <a:ext uri="{FF2B5EF4-FFF2-40B4-BE49-F238E27FC236}">
                <a16:creationId xmlns:a16="http://schemas.microsoft.com/office/drawing/2014/main" id="{9AF3B302-6AAA-7B41-B9E9-15903E81F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5610" name="AutoShape 10">
            <a:extLst>
              <a:ext uri="{FF2B5EF4-FFF2-40B4-BE49-F238E27FC236}">
                <a16:creationId xmlns:a16="http://schemas.microsoft.com/office/drawing/2014/main" id="{F6643670-A3DB-F344-9FC2-906671DF5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5611" name="AutoShape 11">
            <a:extLst>
              <a:ext uri="{FF2B5EF4-FFF2-40B4-BE49-F238E27FC236}">
                <a16:creationId xmlns:a16="http://schemas.microsoft.com/office/drawing/2014/main" id="{E2C75539-CF76-2C4D-B772-0B9D427C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5612" name="AutoShape 12">
            <a:extLst>
              <a:ext uri="{FF2B5EF4-FFF2-40B4-BE49-F238E27FC236}">
                <a16:creationId xmlns:a16="http://schemas.microsoft.com/office/drawing/2014/main" id="{DD588FD3-A5D4-D243-84C4-49F1AF8D7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5613" name="AutoShape 13">
            <a:extLst>
              <a:ext uri="{FF2B5EF4-FFF2-40B4-BE49-F238E27FC236}">
                <a16:creationId xmlns:a16="http://schemas.microsoft.com/office/drawing/2014/main" id="{374C302B-456E-F047-9596-640F0708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5614" name="AutoShape 14">
            <a:extLst>
              <a:ext uri="{FF2B5EF4-FFF2-40B4-BE49-F238E27FC236}">
                <a16:creationId xmlns:a16="http://schemas.microsoft.com/office/drawing/2014/main" id="{D1367EAB-B2FA-2744-9155-94E54209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5615" name="AutoShape 15">
            <a:extLst>
              <a:ext uri="{FF2B5EF4-FFF2-40B4-BE49-F238E27FC236}">
                <a16:creationId xmlns:a16="http://schemas.microsoft.com/office/drawing/2014/main" id="{7456E4F3-A6F8-8F49-91DA-50D65452965D}"/>
              </a:ext>
            </a:extLst>
          </p:cNvPr>
          <p:cNvCxnSpPr>
            <a:cxnSpLocks noChangeShapeType="1"/>
            <a:stCxn id="25608" idx="0"/>
            <a:endCxn id="2561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6" name="AutoShape 16">
            <a:extLst>
              <a:ext uri="{FF2B5EF4-FFF2-40B4-BE49-F238E27FC236}">
                <a16:creationId xmlns:a16="http://schemas.microsoft.com/office/drawing/2014/main" id="{58EC655E-8A7A-BD40-B0B0-2047C8825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5617" name="AutoShape 17">
            <a:extLst>
              <a:ext uri="{FF2B5EF4-FFF2-40B4-BE49-F238E27FC236}">
                <a16:creationId xmlns:a16="http://schemas.microsoft.com/office/drawing/2014/main" id="{3B5D3E1B-1B4D-934B-B620-F0E822A9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5618" name="AutoShape 18">
            <a:extLst>
              <a:ext uri="{FF2B5EF4-FFF2-40B4-BE49-F238E27FC236}">
                <a16:creationId xmlns:a16="http://schemas.microsoft.com/office/drawing/2014/main" id="{B2BC7846-5502-0446-B227-BA1F2323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25619" name="Text Box 19">
            <a:extLst>
              <a:ext uri="{FF2B5EF4-FFF2-40B4-BE49-F238E27FC236}">
                <a16:creationId xmlns:a16="http://schemas.microsoft.com/office/drawing/2014/main" id="{FE6E0E84-1DE8-6245-896D-3ED25B4A5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3), return</a:t>
            </a: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5DEACE97-0D55-B24C-AFE4-AE4A7DD81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2E41AF2D-D752-104C-AF18-387B689FA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3578954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26" name="AutoShape 2">
            <a:extLst>
              <a:ext uri="{FF2B5EF4-FFF2-40B4-BE49-F238E27FC236}">
                <a16:creationId xmlns:a16="http://schemas.microsoft.com/office/drawing/2014/main" id="{2F395A7A-9A5D-1042-9369-EA7D4B85CAF2}"/>
              </a:ext>
            </a:extLst>
          </p:cNvPr>
          <p:cNvCxnSpPr>
            <a:cxnSpLocks noChangeShapeType="1"/>
            <a:stCxn id="26634" idx="0"/>
            <a:endCxn id="26632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7A217872-64F4-D843-96AE-C5F3F112CA4C}"/>
              </a:ext>
            </a:extLst>
          </p:cNvPr>
          <p:cNvCxnSpPr>
            <a:cxnSpLocks noChangeShapeType="1"/>
            <a:stCxn id="26635" idx="0"/>
            <a:endCxn id="26632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28" name="AutoShape 4">
            <a:extLst>
              <a:ext uri="{FF2B5EF4-FFF2-40B4-BE49-F238E27FC236}">
                <a16:creationId xmlns:a16="http://schemas.microsoft.com/office/drawing/2014/main" id="{B9742F90-7E20-A94F-AC71-DB5B68DEE9C9}"/>
              </a:ext>
            </a:extLst>
          </p:cNvPr>
          <p:cNvCxnSpPr>
            <a:cxnSpLocks noChangeShapeType="1"/>
            <a:stCxn id="26636" idx="0"/>
            <a:endCxn id="26634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29" name="AutoShape 5">
            <a:extLst>
              <a:ext uri="{FF2B5EF4-FFF2-40B4-BE49-F238E27FC236}">
                <a16:creationId xmlns:a16="http://schemas.microsoft.com/office/drawing/2014/main" id="{B04D0B14-7377-FB4A-A4AA-ADA878102565}"/>
              </a:ext>
            </a:extLst>
          </p:cNvPr>
          <p:cNvCxnSpPr>
            <a:cxnSpLocks noChangeShapeType="1"/>
            <a:stCxn id="26638" idx="0"/>
            <a:endCxn id="26635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0" name="AutoShape 6">
            <a:extLst>
              <a:ext uri="{FF2B5EF4-FFF2-40B4-BE49-F238E27FC236}">
                <a16:creationId xmlns:a16="http://schemas.microsoft.com/office/drawing/2014/main" id="{74C9A3DE-28CC-5847-8210-B49A96799E1F}"/>
              </a:ext>
            </a:extLst>
          </p:cNvPr>
          <p:cNvCxnSpPr>
            <a:cxnSpLocks noChangeShapeType="1"/>
            <a:stCxn id="26634" idx="2"/>
            <a:endCxn id="26637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AutoShape 7">
            <a:extLst>
              <a:ext uri="{FF2B5EF4-FFF2-40B4-BE49-F238E27FC236}">
                <a16:creationId xmlns:a16="http://schemas.microsoft.com/office/drawing/2014/main" id="{D6AE8809-1286-B843-B298-06F5D5D8C9AD}"/>
              </a:ext>
            </a:extLst>
          </p:cNvPr>
          <p:cNvCxnSpPr>
            <a:cxnSpLocks noChangeShapeType="1"/>
            <a:stCxn id="26635" idx="2"/>
            <a:endCxn id="26639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2" name="AutoShape 8">
            <a:extLst>
              <a:ext uri="{FF2B5EF4-FFF2-40B4-BE49-F238E27FC236}">
                <a16:creationId xmlns:a16="http://schemas.microsoft.com/office/drawing/2014/main" id="{A733C5E8-0157-9C4C-9DF2-BC491DFB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6633" name="AutoShape 9">
            <a:extLst>
              <a:ext uri="{FF2B5EF4-FFF2-40B4-BE49-F238E27FC236}">
                <a16:creationId xmlns:a16="http://schemas.microsoft.com/office/drawing/2014/main" id="{7204CECD-AD6D-F74C-9025-5F3152C88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6634" name="AutoShape 10">
            <a:extLst>
              <a:ext uri="{FF2B5EF4-FFF2-40B4-BE49-F238E27FC236}">
                <a16:creationId xmlns:a16="http://schemas.microsoft.com/office/drawing/2014/main" id="{12C865A9-0A1D-DE4F-818C-13598FA74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6635" name="AutoShape 11">
            <a:extLst>
              <a:ext uri="{FF2B5EF4-FFF2-40B4-BE49-F238E27FC236}">
                <a16:creationId xmlns:a16="http://schemas.microsoft.com/office/drawing/2014/main" id="{CB4B0237-F59C-2148-A16F-E48961A6B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6636" name="AutoShape 12">
            <a:extLst>
              <a:ext uri="{FF2B5EF4-FFF2-40B4-BE49-F238E27FC236}">
                <a16:creationId xmlns:a16="http://schemas.microsoft.com/office/drawing/2014/main" id="{EE64A60B-5B79-244C-83F9-E2F245F7E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6637" name="AutoShape 13">
            <a:extLst>
              <a:ext uri="{FF2B5EF4-FFF2-40B4-BE49-F238E27FC236}">
                <a16:creationId xmlns:a16="http://schemas.microsoft.com/office/drawing/2014/main" id="{1C41EE4C-3662-BA42-8B01-3769D1E9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6638" name="AutoShape 14">
            <a:extLst>
              <a:ext uri="{FF2B5EF4-FFF2-40B4-BE49-F238E27FC236}">
                <a16:creationId xmlns:a16="http://schemas.microsoft.com/office/drawing/2014/main" id="{B58C582F-2D51-6042-87DC-4AC90EF69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6639" name="AutoShape 15">
            <a:extLst>
              <a:ext uri="{FF2B5EF4-FFF2-40B4-BE49-F238E27FC236}">
                <a16:creationId xmlns:a16="http://schemas.microsoft.com/office/drawing/2014/main" id="{339C9BE5-0015-9B4C-9812-5B8CB0FFE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6640" name="AutoShape 16">
            <a:extLst>
              <a:ext uri="{FF2B5EF4-FFF2-40B4-BE49-F238E27FC236}">
                <a16:creationId xmlns:a16="http://schemas.microsoft.com/office/drawing/2014/main" id="{C655AABF-4D36-7443-B9B8-DA6BD6228CCF}"/>
              </a:ext>
            </a:extLst>
          </p:cNvPr>
          <p:cNvCxnSpPr>
            <a:cxnSpLocks noChangeShapeType="1"/>
            <a:stCxn id="26632" idx="0"/>
            <a:endCxn id="26642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7">
            <a:extLst>
              <a:ext uri="{FF2B5EF4-FFF2-40B4-BE49-F238E27FC236}">
                <a16:creationId xmlns:a16="http://schemas.microsoft.com/office/drawing/2014/main" id="{0605DBA5-15C5-794F-9E2C-1AF448B033DB}"/>
              </a:ext>
            </a:extLst>
          </p:cNvPr>
          <p:cNvCxnSpPr>
            <a:cxnSpLocks noChangeShapeType="1"/>
            <a:stCxn id="26633" idx="0"/>
            <a:endCxn id="26642" idx="2"/>
          </p:cNvCxnSpPr>
          <p:nvPr/>
        </p:nvCxnSpPr>
        <p:spPr bwMode="auto">
          <a:xfrm flipH="1" flipV="1">
            <a:off x="5829301" y="1973264"/>
            <a:ext cx="1763713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AutoShape 18">
            <a:extLst>
              <a:ext uri="{FF2B5EF4-FFF2-40B4-BE49-F238E27FC236}">
                <a16:creationId xmlns:a16="http://schemas.microsoft.com/office/drawing/2014/main" id="{73E17790-0E65-584F-A851-FAB0A083E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6643" name="AutoShape 19">
            <a:extLst>
              <a:ext uri="{FF2B5EF4-FFF2-40B4-BE49-F238E27FC236}">
                <a16:creationId xmlns:a16="http://schemas.microsoft.com/office/drawing/2014/main" id="{29903FE2-43C8-0847-8983-CBF3A3DA0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740026"/>
            <a:ext cx="2590800" cy="2905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3         7         5         1</a:t>
            </a:r>
          </a:p>
        </p:txBody>
      </p:sp>
      <p:sp>
        <p:nvSpPr>
          <p:cNvPr id="26644" name="AutoShape 20">
            <a:extLst>
              <a:ext uri="{FF2B5EF4-FFF2-40B4-BE49-F238E27FC236}">
                <a16:creationId xmlns:a16="http://schemas.microsoft.com/office/drawing/2014/main" id="{4D5AE3CB-09D9-E546-BC2B-6667B544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6CF1A37B-5240-FA4A-A005-5BC365D44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49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4, 7)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04243613-BF45-F341-8DE3-AFB24F3B4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4D0CBFC6-B3EB-ED46-9E93-8ED48743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2852367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50" name="AutoShape 2">
            <a:extLst>
              <a:ext uri="{FF2B5EF4-FFF2-40B4-BE49-F238E27FC236}">
                <a16:creationId xmlns:a16="http://schemas.microsoft.com/office/drawing/2014/main" id="{000A971A-62D4-204F-90E6-BEC7C97C73AC}"/>
              </a:ext>
            </a:extLst>
          </p:cNvPr>
          <p:cNvCxnSpPr>
            <a:cxnSpLocks noChangeShapeType="1"/>
            <a:stCxn id="27658" idx="0"/>
            <a:endCxn id="27656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" name="AutoShape 3">
            <a:extLst>
              <a:ext uri="{FF2B5EF4-FFF2-40B4-BE49-F238E27FC236}">
                <a16:creationId xmlns:a16="http://schemas.microsoft.com/office/drawing/2014/main" id="{B74A6EFD-EB11-8B4C-9791-13E74B97083B}"/>
              </a:ext>
            </a:extLst>
          </p:cNvPr>
          <p:cNvCxnSpPr>
            <a:cxnSpLocks noChangeShapeType="1"/>
            <a:stCxn id="27659" idx="0"/>
            <a:endCxn id="27656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2" name="AutoShape 4">
            <a:extLst>
              <a:ext uri="{FF2B5EF4-FFF2-40B4-BE49-F238E27FC236}">
                <a16:creationId xmlns:a16="http://schemas.microsoft.com/office/drawing/2014/main" id="{57D5F87C-15EB-B746-BE53-CB3D0B2CED6C}"/>
              </a:ext>
            </a:extLst>
          </p:cNvPr>
          <p:cNvCxnSpPr>
            <a:cxnSpLocks noChangeShapeType="1"/>
            <a:stCxn id="27662" idx="0"/>
            <a:endCxn id="27658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3" name="AutoShape 5">
            <a:extLst>
              <a:ext uri="{FF2B5EF4-FFF2-40B4-BE49-F238E27FC236}">
                <a16:creationId xmlns:a16="http://schemas.microsoft.com/office/drawing/2014/main" id="{7FDFE7E4-EA35-CF4A-B54D-2DE7626203AC}"/>
              </a:ext>
            </a:extLst>
          </p:cNvPr>
          <p:cNvCxnSpPr>
            <a:cxnSpLocks noChangeShapeType="1"/>
            <a:stCxn id="27664" idx="0"/>
            <a:endCxn id="27659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4" name="AutoShape 6">
            <a:extLst>
              <a:ext uri="{FF2B5EF4-FFF2-40B4-BE49-F238E27FC236}">
                <a16:creationId xmlns:a16="http://schemas.microsoft.com/office/drawing/2014/main" id="{CE6A917F-F276-BF4F-B086-6B7AB41911A8}"/>
              </a:ext>
            </a:extLst>
          </p:cNvPr>
          <p:cNvCxnSpPr>
            <a:cxnSpLocks noChangeShapeType="1"/>
            <a:stCxn id="27658" idx="2"/>
            <a:endCxn id="27663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5" name="AutoShape 7">
            <a:extLst>
              <a:ext uri="{FF2B5EF4-FFF2-40B4-BE49-F238E27FC236}">
                <a16:creationId xmlns:a16="http://schemas.microsoft.com/office/drawing/2014/main" id="{043BFA6B-0D5F-1940-A5EE-5EA92EB0F2D8}"/>
              </a:ext>
            </a:extLst>
          </p:cNvPr>
          <p:cNvCxnSpPr>
            <a:cxnSpLocks noChangeShapeType="1"/>
            <a:stCxn id="27659" idx="2"/>
            <a:endCxn id="27665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6" name="AutoShape 8">
            <a:extLst>
              <a:ext uri="{FF2B5EF4-FFF2-40B4-BE49-F238E27FC236}">
                <a16:creationId xmlns:a16="http://schemas.microsoft.com/office/drawing/2014/main" id="{44A60ACF-435A-E043-AB49-48C86FCE6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57" name="AutoShape 9">
            <a:extLst>
              <a:ext uri="{FF2B5EF4-FFF2-40B4-BE49-F238E27FC236}">
                <a16:creationId xmlns:a16="http://schemas.microsoft.com/office/drawing/2014/main" id="{2C706AD6-41B5-CC4D-ACB0-C5C56883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58" name="AutoShape 10">
            <a:extLst>
              <a:ext uri="{FF2B5EF4-FFF2-40B4-BE49-F238E27FC236}">
                <a16:creationId xmlns:a16="http://schemas.microsoft.com/office/drawing/2014/main" id="{EA6CD3FD-09DE-7C4B-BE44-432B3B706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59" name="AutoShape 11">
            <a:extLst>
              <a:ext uri="{FF2B5EF4-FFF2-40B4-BE49-F238E27FC236}">
                <a16:creationId xmlns:a16="http://schemas.microsoft.com/office/drawing/2014/main" id="{E8DEDEB4-E54F-3A42-B3BC-324505705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60" name="AutoShape 12">
            <a:extLst>
              <a:ext uri="{FF2B5EF4-FFF2-40B4-BE49-F238E27FC236}">
                <a16:creationId xmlns:a16="http://schemas.microsoft.com/office/drawing/2014/main" id="{487CE318-DB17-874E-A3BF-B247AB0D9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61" name="AutoShape 13">
            <a:extLst>
              <a:ext uri="{FF2B5EF4-FFF2-40B4-BE49-F238E27FC236}">
                <a16:creationId xmlns:a16="http://schemas.microsoft.com/office/drawing/2014/main" id="{7459F32C-9478-574C-8352-6565BA417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62" name="AutoShape 14">
            <a:extLst>
              <a:ext uri="{FF2B5EF4-FFF2-40B4-BE49-F238E27FC236}">
                <a16:creationId xmlns:a16="http://schemas.microsoft.com/office/drawing/2014/main" id="{09F64AC6-3CF6-2D44-845B-A18712733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3" name="AutoShape 15">
            <a:extLst>
              <a:ext uri="{FF2B5EF4-FFF2-40B4-BE49-F238E27FC236}">
                <a16:creationId xmlns:a16="http://schemas.microsoft.com/office/drawing/2014/main" id="{9CEEFFFB-FD11-194A-B84C-2A8275CA6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4" name="AutoShape 16">
            <a:extLst>
              <a:ext uri="{FF2B5EF4-FFF2-40B4-BE49-F238E27FC236}">
                <a16:creationId xmlns:a16="http://schemas.microsoft.com/office/drawing/2014/main" id="{F1770B60-DCC2-5242-9F09-155BA8963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5" name="AutoShape 17">
            <a:extLst>
              <a:ext uri="{FF2B5EF4-FFF2-40B4-BE49-F238E27FC236}">
                <a16:creationId xmlns:a16="http://schemas.microsoft.com/office/drawing/2014/main" id="{6D4A98C9-BF9A-E248-9D58-30BC43A92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6" name="AutoShape 18">
            <a:extLst>
              <a:ext uri="{FF2B5EF4-FFF2-40B4-BE49-F238E27FC236}">
                <a16:creationId xmlns:a16="http://schemas.microsoft.com/office/drawing/2014/main" id="{054E01F0-7CC1-5044-9F6F-8587AF27E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7" name="AutoShape 19">
            <a:extLst>
              <a:ext uri="{FF2B5EF4-FFF2-40B4-BE49-F238E27FC236}">
                <a16:creationId xmlns:a16="http://schemas.microsoft.com/office/drawing/2014/main" id="{D0BDB934-2484-AD4A-8008-7F9CC7689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8" name="AutoShape 20">
            <a:extLst>
              <a:ext uri="{FF2B5EF4-FFF2-40B4-BE49-F238E27FC236}">
                <a16:creationId xmlns:a16="http://schemas.microsoft.com/office/drawing/2014/main" id="{22C65A59-D8AD-BF4C-B306-F87981C6C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7669" name="AutoShape 21">
            <a:extLst>
              <a:ext uri="{FF2B5EF4-FFF2-40B4-BE49-F238E27FC236}">
                <a16:creationId xmlns:a16="http://schemas.microsoft.com/office/drawing/2014/main" id="{9D17786D-B097-D649-B36A-8BB9F257D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7670" name="AutoShape 22">
            <a:extLst>
              <a:ext uri="{FF2B5EF4-FFF2-40B4-BE49-F238E27FC236}">
                <a16:creationId xmlns:a16="http://schemas.microsoft.com/office/drawing/2014/main" id="{A4913AC6-243D-574C-A88C-DC00325FFB2C}"/>
              </a:ext>
            </a:extLst>
          </p:cNvPr>
          <p:cNvCxnSpPr>
            <a:cxnSpLocks noChangeShapeType="1"/>
            <a:stCxn id="27660" idx="0"/>
            <a:endCxn id="27657" idx="2"/>
          </p:cNvCxnSpPr>
          <p:nvPr/>
        </p:nvCxnSpPr>
        <p:spPr bwMode="auto">
          <a:xfrm flipV="1">
            <a:off x="6700839" y="3113088"/>
            <a:ext cx="892175" cy="849312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3">
            <a:extLst>
              <a:ext uri="{FF2B5EF4-FFF2-40B4-BE49-F238E27FC236}">
                <a16:creationId xmlns:a16="http://schemas.microsoft.com/office/drawing/2014/main" id="{3B73B4DE-B5E9-0C41-8720-F43312753424}"/>
              </a:ext>
            </a:extLst>
          </p:cNvPr>
          <p:cNvCxnSpPr>
            <a:cxnSpLocks noChangeShapeType="1"/>
            <a:stCxn id="27661" idx="0"/>
            <a:endCxn id="27657" idx="2"/>
          </p:cNvCxnSpPr>
          <p:nvPr/>
        </p:nvCxnSpPr>
        <p:spPr bwMode="auto">
          <a:xfrm flipH="1" flipV="1">
            <a:off x="7593014" y="3113089"/>
            <a:ext cx="720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2" name="AutoShape 24">
            <a:extLst>
              <a:ext uri="{FF2B5EF4-FFF2-40B4-BE49-F238E27FC236}">
                <a16:creationId xmlns:a16="http://schemas.microsoft.com/office/drawing/2014/main" id="{7266B035-A149-D54E-ADDF-DB587A46ED10}"/>
              </a:ext>
            </a:extLst>
          </p:cNvPr>
          <p:cNvCxnSpPr>
            <a:cxnSpLocks noChangeShapeType="1"/>
            <a:stCxn id="27666" idx="0"/>
            <a:endCxn id="27660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3" name="AutoShape 25">
            <a:extLst>
              <a:ext uri="{FF2B5EF4-FFF2-40B4-BE49-F238E27FC236}">
                <a16:creationId xmlns:a16="http://schemas.microsoft.com/office/drawing/2014/main" id="{C5E1FC15-62CD-B349-B949-5930501D3FE4}"/>
              </a:ext>
            </a:extLst>
          </p:cNvPr>
          <p:cNvCxnSpPr>
            <a:cxnSpLocks noChangeShapeType="1"/>
            <a:stCxn id="27668" idx="0"/>
            <a:endCxn id="27661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4" name="AutoShape 26">
            <a:extLst>
              <a:ext uri="{FF2B5EF4-FFF2-40B4-BE49-F238E27FC236}">
                <a16:creationId xmlns:a16="http://schemas.microsoft.com/office/drawing/2014/main" id="{0CFC19AF-A34E-5748-A75C-4B27A4107A5A}"/>
              </a:ext>
            </a:extLst>
          </p:cNvPr>
          <p:cNvCxnSpPr>
            <a:cxnSpLocks noChangeShapeType="1"/>
            <a:stCxn id="27660" idx="2"/>
            <a:endCxn id="27667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5" name="AutoShape 27">
            <a:extLst>
              <a:ext uri="{FF2B5EF4-FFF2-40B4-BE49-F238E27FC236}">
                <a16:creationId xmlns:a16="http://schemas.microsoft.com/office/drawing/2014/main" id="{2A6F60A2-F677-AF4A-BCAD-D4BDF4B92326}"/>
              </a:ext>
            </a:extLst>
          </p:cNvPr>
          <p:cNvCxnSpPr>
            <a:cxnSpLocks noChangeShapeType="1"/>
            <a:stCxn id="27661" idx="2"/>
            <a:endCxn id="27669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6" name="AutoShape 28">
            <a:extLst>
              <a:ext uri="{FF2B5EF4-FFF2-40B4-BE49-F238E27FC236}">
                <a16:creationId xmlns:a16="http://schemas.microsoft.com/office/drawing/2014/main" id="{BE60BB1F-2306-3149-9470-4A226A056A2D}"/>
              </a:ext>
            </a:extLst>
          </p:cNvPr>
          <p:cNvCxnSpPr>
            <a:cxnSpLocks noChangeShapeType="1"/>
            <a:stCxn id="27656" idx="0"/>
            <a:endCxn id="27678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7" name="AutoShape 29">
            <a:extLst>
              <a:ext uri="{FF2B5EF4-FFF2-40B4-BE49-F238E27FC236}">
                <a16:creationId xmlns:a16="http://schemas.microsoft.com/office/drawing/2014/main" id="{0C0853DE-E34E-184D-8762-96634ADCDB39}"/>
              </a:ext>
            </a:extLst>
          </p:cNvPr>
          <p:cNvCxnSpPr>
            <a:cxnSpLocks noChangeShapeType="1"/>
            <a:stCxn id="27657" idx="0"/>
            <a:endCxn id="27678" idx="2"/>
          </p:cNvCxnSpPr>
          <p:nvPr/>
        </p:nvCxnSpPr>
        <p:spPr bwMode="auto">
          <a:xfrm flipH="1" flipV="1">
            <a:off x="5829301" y="1973264"/>
            <a:ext cx="1763713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8" name="AutoShape 30">
            <a:extLst>
              <a:ext uri="{FF2B5EF4-FFF2-40B4-BE49-F238E27FC236}">
                <a16:creationId xmlns:a16="http://schemas.microsoft.com/office/drawing/2014/main" id="{C3E5FDF9-D940-4D47-8256-392CDF630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7679" name="AutoShape 31">
            <a:extLst>
              <a:ext uri="{FF2B5EF4-FFF2-40B4-BE49-F238E27FC236}">
                <a16:creationId xmlns:a16="http://schemas.microsoft.com/office/drawing/2014/main" id="{A709D9E5-2D34-E44D-A61F-ED3F03C58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740026"/>
            <a:ext cx="2590800" cy="29051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1         3         5         7</a:t>
            </a:r>
          </a:p>
        </p:txBody>
      </p:sp>
      <p:sp>
        <p:nvSpPr>
          <p:cNvPr id="27680" name="AutoShape 32">
            <a:extLst>
              <a:ext uri="{FF2B5EF4-FFF2-40B4-BE49-F238E27FC236}">
                <a16:creationId xmlns:a16="http://schemas.microsoft.com/office/drawing/2014/main" id="{0886BEB1-5A53-6E4A-B819-DC5A9961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27681" name="Text Box 33">
            <a:extLst>
              <a:ext uri="{FF2B5EF4-FFF2-40B4-BE49-F238E27FC236}">
                <a16:creationId xmlns:a16="http://schemas.microsoft.com/office/drawing/2014/main" id="{6967CF29-E7DC-234D-B895-0BDB3D723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7682" name="Text Box 34">
            <a:extLst>
              <a:ext uri="{FF2B5EF4-FFF2-40B4-BE49-F238E27FC236}">
                <a16:creationId xmlns:a16="http://schemas.microsoft.com/office/drawing/2014/main" id="{DF0EB69E-677C-7242-B12D-79087165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49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 (A, 4, 5, 7)</a:t>
            </a:r>
          </a:p>
        </p:txBody>
      </p:sp>
      <p:sp>
        <p:nvSpPr>
          <p:cNvPr id="27683" name="Rectangle 35">
            <a:extLst>
              <a:ext uri="{FF2B5EF4-FFF2-40B4-BE49-F238E27FC236}">
                <a16:creationId xmlns:a16="http://schemas.microsoft.com/office/drawing/2014/main" id="{86975CF8-0DC2-9648-93FC-4E7C03C5D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861060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74" name="AutoShape 2">
            <a:extLst>
              <a:ext uri="{FF2B5EF4-FFF2-40B4-BE49-F238E27FC236}">
                <a16:creationId xmlns:a16="http://schemas.microsoft.com/office/drawing/2014/main" id="{03FF780B-B1A9-0543-B867-E6DDBDBFA634}"/>
              </a:ext>
            </a:extLst>
          </p:cNvPr>
          <p:cNvCxnSpPr>
            <a:cxnSpLocks noChangeShapeType="1"/>
            <a:stCxn id="28682" idx="0"/>
            <a:endCxn id="28680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5" name="AutoShape 3">
            <a:extLst>
              <a:ext uri="{FF2B5EF4-FFF2-40B4-BE49-F238E27FC236}">
                <a16:creationId xmlns:a16="http://schemas.microsoft.com/office/drawing/2014/main" id="{A89BC825-74DE-8D4C-98CF-D9B4E7ED5D96}"/>
              </a:ext>
            </a:extLst>
          </p:cNvPr>
          <p:cNvCxnSpPr>
            <a:cxnSpLocks noChangeShapeType="1"/>
            <a:stCxn id="28683" idx="0"/>
            <a:endCxn id="28680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6" name="AutoShape 4">
            <a:extLst>
              <a:ext uri="{FF2B5EF4-FFF2-40B4-BE49-F238E27FC236}">
                <a16:creationId xmlns:a16="http://schemas.microsoft.com/office/drawing/2014/main" id="{BA1A9273-115A-9249-A82D-A863E95CFCE2}"/>
              </a:ext>
            </a:extLst>
          </p:cNvPr>
          <p:cNvCxnSpPr>
            <a:cxnSpLocks noChangeShapeType="1"/>
            <a:stCxn id="28686" idx="0"/>
            <a:endCxn id="28682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7" name="AutoShape 5">
            <a:extLst>
              <a:ext uri="{FF2B5EF4-FFF2-40B4-BE49-F238E27FC236}">
                <a16:creationId xmlns:a16="http://schemas.microsoft.com/office/drawing/2014/main" id="{759FEBEF-5977-5A47-A53A-F31896BEE1AC}"/>
              </a:ext>
            </a:extLst>
          </p:cNvPr>
          <p:cNvCxnSpPr>
            <a:cxnSpLocks noChangeShapeType="1"/>
            <a:stCxn id="28688" idx="0"/>
            <a:endCxn id="28683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8" name="AutoShape 6">
            <a:extLst>
              <a:ext uri="{FF2B5EF4-FFF2-40B4-BE49-F238E27FC236}">
                <a16:creationId xmlns:a16="http://schemas.microsoft.com/office/drawing/2014/main" id="{9B477166-976B-8140-898D-03A9EBBBB333}"/>
              </a:ext>
            </a:extLst>
          </p:cNvPr>
          <p:cNvCxnSpPr>
            <a:cxnSpLocks noChangeShapeType="1"/>
            <a:stCxn id="28682" idx="2"/>
            <a:endCxn id="28687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9" name="AutoShape 7">
            <a:extLst>
              <a:ext uri="{FF2B5EF4-FFF2-40B4-BE49-F238E27FC236}">
                <a16:creationId xmlns:a16="http://schemas.microsoft.com/office/drawing/2014/main" id="{4F999E30-AD06-2B4B-8CD7-7F5C591AE6CF}"/>
              </a:ext>
            </a:extLst>
          </p:cNvPr>
          <p:cNvCxnSpPr>
            <a:cxnSpLocks noChangeShapeType="1"/>
            <a:stCxn id="28683" idx="2"/>
            <a:endCxn id="28689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0" name="AutoShape 8">
            <a:extLst>
              <a:ext uri="{FF2B5EF4-FFF2-40B4-BE49-F238E27FC236}">
                <a16:creationId xmlns:a16="http://schemas.microsoft.com/office/drawing/2014/main" id="{183A493B-AF8B-0E47-B900-70EAC0E33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1" name="AutoShape 9">
            <a:extLst>
              <a:ext uri="{FF2B5EF4-FFF2-40B4-BE49-F238E27FC236}">
                <a16:creationId xmlns:a16="http://schemas.microsoft.com/office/drawing/2014/main" id="{3D826421-F52C-3C45-AFF5-3A459D48C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2" name="AutoShape 10">
            <a:extLst>
              <a:ext uri="{FF2B5EF4-FFF2-40B4-BE49-F238E27FC236}">
                <a16:creationId xmlns:a16="http://schemas.microsoft.com/office/drawing/2014/main" id="{1027CC75-90B0-DC42-BCED-1E8CA2DCE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3" name="AutoShape 11">
            <a:extLst>
              <a:ext uri="{FF2B5EF4-FFF2-40B4-BE49-F238E27FC236}">
                <a16:creationId xmlns:a16="http://schemas.microsoft.com/office/drawing/2014/main" id="{2A8C2791-3D4F-B14F-B907-6E899B79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4" name="AutoShape 12">
            <a:extLst>
              <a:ext uri="{FF2B5EF4-FFF2-40B4-BE49-F238E27FC236}">
                <a16:creationId xmlns:a16="http://schemas.microsoft.com/office/drawing/2014/main" id="{898E9D87-FE8C-A748-9A53-1C833209A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5" name="AutoShape 13">
            <a:extLst>
              <a:ext uri="{FF2B5EF4-FFF2-40B4-BE49-F238E27FC236}">
                <a16:creationId xmlns:a16="http://schemas.microsoft.com/office/drawing/2014/main" id="{33A2905B-63F0-2D49-967B-7200B50F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686" name="AutoShape 14">
            <a:extLst>
              <a:ext uri="{FF2B5EF4-FFF2-40B4-BE49-F238E27FC236}">
                <a16:creationId xmlns:a16="http://schemas.microsoft.com/office/drawing/2014/main" id="{DA0D456E-F2E2-D04B-A3EE-29F4A699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87" name="AutoShape 15">
            <a:extLst>
              <a:ext uri="{FF2B5EF4-FFF2-40B4-BE49-F238E27FC236}">
                <a16:creationId xmlns:a16="http://schemas.microsoft.com/office/drawing/2014/main" id="{94DB4287-86CE-6F4B-8EA4-5FAC77527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88" name="AutoShape 16">
            <a:extLst>
              <a:ext uri="{FF2B5EF4-FFF2-40B4-BE49-F238E27FC236}">
                <a16:creationId xmlns:a16="http://schemas.microsoft.com/office/drawing/2014/main" id="{EBD498E3-622F-5545-860B-15E38CAC8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89" name="AutoShape 17">
            <a:extLst>
              <a:ext uri="{FF2B5EF4-FFF2-40B4-BE49-F238E27FC236}">
                <a16:creationId xmlns:a16="http://schemas.microsoft.com/office/drawing/2014/main" id="{BE5CAED5-953E-094B-A156-9FCCDDE6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90" name="AutoShape 18">
            <a:extLst>
              <a:ext uri="{FF2B5EF4-FFF2-40B4-BE49-F238E27FC236}">
                <a16:creationId xmlns:a16="http://schemas.microsoft.com/office/drawing/2014/main" id="{C7D216FC-36EB-2A4C-B9D9-F054039DA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91" name="AutoShape 19">
            <a:extLst>
              <a:ext uri="{FF2B5EF4-FFF2-40B4-BE49-F238E27FC236}">
                <a16:creationId xmlns:a16="http://schemas.microsoft.com/office/drawing/2014/main" id="{C0B49D60-A055-5C4E-A724-CF1F3A7EE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92" name="AutoShape 20">
            <a:extLst>
              <a:ext uri="{FF2B5EF4-FFF2-40B4-BE49-F238E27FC236}">
                <a16:creationId xmlns:a16="http://schemas.microsoft.com/office/drawing/2014/main" id="{6A3792EB-46D8-2D42-A628-6843637F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8693" name="AutoShape 21">
            <a:extLst>
              <a:ext uri="{FF2B5EF4-FFF2-40B4-BE49-F238E27FC236}">
                <a16:creationId xmlns:a16="http://schemas.microsoft.com/office/drawing/2014/main" id="{F20E7165-94E7-614E-9C50-DB3662EF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8694" name="AutoShape 22">
            <a:extLst>
              <a:ext uri="{FF2B5EF4-FFF2-40B4-BE49-F238E27FC236}">
                <a16:creationId xmlns:a16="http://schemas.microsoft.com/office/drawing/2014/main" id="{4409A4E1-BF40-154D-B626-5976F9BAFCBB}"/>
              </a:ext>
            </a:extLst>
          </p:cNvPr>
          <p:cNvCxnSpPr>
            <a:cxnSpLocks noChangeShapeType="1"/>
            <a:stCxn id="28684" idx="0"/>
            <a:endCxn id="28681" idx="2"/>
          </p:cNvCxnSpPr>
          <p:nvPr/>
        </p:nvCxnSpPr>
        <p:spPr bwMode="auto">
          <a:xfrm flipV="1">
            <a:off x="6700839" y="3108326"/>
            <a:ext cx="892175" cy="8540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3">
            <a:extLst>
              <a:ext uri="{FF2B5EF4-FFF2-40B4-BE49-F238E27FC236}">
                <a16:creationId xmlns:a16="http://schemas.microsoft.com/office/drawing/2014/main" id="{1A77851D-F18F-F141-A200-E0F38E5EB819}"/>
              </a:ext>
            </a:extLst>
          </p:cNvPr>
          <p:cNvCxnSpPr>
            <a:cxnSpLocks noChangeShapeType="1"/>
            <a:stCxn id="28685" idx="0"/>
            <a:endCxn id="28681" idx="2"/>
          </p:cNvCxnSpPr>
          <p:nvPr/>
        </p:nvCxnSpPr>
        <p:spPr bwMode="auto">
          <a:xfrm flipH="1" flipV="1">
            <a:off x="7593014" y="3108325"/>
            <a:ext cx="720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4">
            <a:extLst>
              <a:ext uri="{FF2B5EF4-FFF2-40B4-BE49-F238E27FC236}">
                <a16:creationId xmlns:a16="http://schemas.microsoft.com/office/drawing/2014/main" id="{9E86A1DB-C686-F849-82E9-FAA20E9326E7}"/>
              </a:ext>
            </a:extLst>
          </p:cNvPr>
          <p:cNvCxnSpPr>
            <a:cxnSpLocks noChangeShapeType="1"/>
            <a:stCxn id="28690" idx="0"/>
            <a:endCxn id="28684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5">
            <a:extLst>
              <a:ext uri="{FF2B5EF4-FFF2-40B4-BE49-F238E27FC236}">
                <a16:creationId xmlns:a16="http://schemas.microsoft.com/office/drawing/2014/main" id="{01E0AF39-9B80-2E4C-8670-8E18A2D4ADF5}"/>
              </a:ext>
            </a:extLst>
          </p:cNvPr>
          <p:cNvCxnSpPr>
            <a:cxnSpLocks noChangeShapeType="1"/>
            <a:stCxn id="28692" idx="0"/>
            <a:endCxn id="28685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8" name="AutoShape 26">
            <a:extLst>
              <a:ext uri="{FF2B5EF4-FFF2-40B4-BE49-F238E27FC236}">
                <a16:creationId xmlns:a16="http://schemas.microsoft.com/office/drawing/2014/main" id="{0EA31E42-3B05-6448-AB1C-53DD3D454D1B}"/>
              </a:ext>
            </a:extLst>
          </p:cNvPr>
          <p:cNvCxnSpPr>
            <a:cxnSpLocks noChangeShapeType="1"/>
            <a:stCxn id="28684" idx="2"/>
            <a:endCxn id="28691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9" name="AutoShape 27">
            <a:extLst>
              <a:ext uri="{FF2B5EF4-FFF2-40B4-BE49-F238E27FC236}">
                <a16:creationId xmlns:a16="http://schemas.microsoft.com/office/drawing/2014/main" id="{6914278B-39E4-2849-BDBC-B6645562A14B}"/>
              </a:ext>
            </a:extLst>
          </p:cNvPr>
          <p:cNvCxnSpPr>
            <a:cxnSpLocks noChangeShapeType="1"/>
            <a:stCxn id="28685" idx="2"/>
            <a:endCxn id="28693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0" name="AutoShape 28">
            <a:extLst>
              <a:ext uri="{FF2B5EF4-FFF2-40B4-BE49-F238E27FC236}">
                <a16:creationId xmlns:a16="http://schemas.microsoft.com/office/drawing/2014/main" id="{C9CAE77A-6544-4641-B695-5634AC90FF8B}"/>
              </a:ext>
            </a:extLst>
          </p:cNvPr>
          <p:cNvCxnSpPr>
            <a:cxnSpLocks noChangeShapeType="1"/>
            <a:stCxn id="28680" idx="0"/>
            <a:endCxn id="28702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1" name="AutoShape 29">
            <a:extLst>
              <a:ext uri="{FF2B5EF4-FFF2-40B4-BE49-F238E27FC236}">
                <a16:creationId xmlns:a16="http://schemas.microsoft.com/office/drawing/2014/main" id="{F85CB878-2FD2-1843-B7E7-15334083E963}"/>
              </a:ext>
            </a:extLst>
          </p:cNvPr>
          <p:cNvCxnSpPr>
            <a:cxnSpLocks noChangeShapeType="1"/>
            <a:stCxn id="28681" idx="0"/>
            <a:endCxn id="28702" idx="2"/>
          </p:cNvCxnSpPr>
          <p:nvPr/>
        </p:nvCxnSpPr>
        <p:spPr bwMode="auto">
          <a:xfrm flipH="1" flipV="1">
            <a:off x="5829301" y="1973263"/>
            <a:ext cx="1763713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2" name="AutoShape 30">
            <a:extLst>
              <a:ext uri="{FF2B5EF4-FFF2-40B4-BE49-F238E27FC236}">
                <a16:creationId xmlns:a16="http://schemas.microsoft.com/office/drawing/2014/main" id="{C4FC2FA4-3DE0-0247-A671-A5D0EF425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8703" name="AutoShape 31">
            <a:extLst>
              <a:ext uri="{FF2B5EF4-FFF2-40B4-BE49-F238E27FC236}">
                <a16:creationId xmlns:a16="http://schemas.microsoft.com/office/drawing/2014/main" id="{6CFEF404-2E54-CE41-91B4-666D752E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597026"/>
            <a:ext cx="2590800" cy="29051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1         3         5         7</a:t>
            </a:r>
          </a:p>
        </p:txBody>
      </p:sp>
      <p:sp>
        <p:nvSpPr>
          <p:cNvPr id="28704" name="AutoShape 32">
            <a:extLst>
              <a:ext uri="{FF2B5EF4-FFF2-40B4-BE49-F238E27FC236}">
                <a16:creationId xmlns:a16="http://schemas.microsoft.com/office/drawing/2014/main" id="{9115AEDB-9BB6-7E41-9559-6095AE944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28705" name="Text Box 33">
            <a:extLst>
              <a:ext uri="{FF2B5EF4-FFF2-40B4-BE49-F238E27FC236}">
                <a16:creationId xmlns:a16="http://schemas.microsoft.com/office/drawing/2014/main" id="{49081755-3DA1-E146-8F3E-B94F2D528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4, 7), return</a:t>
            </a:r>
          </a:p>
        </p:txBody>
      </p:sp>
      <p:sp>
        <p:nvSpPr>
          <p:cNvPr id="28706" name="Text Box 34">
            <a:extLst>
              <a:ext uri="{FF2B5EF4-FFF2-40B4-BE49-F238E27FC236}">
                <a16:creationId xmlns:a16="http://schemas.microsoft.com/office/drawing/2014/main" id="{0614D71C-D534-0A4B-8608-789FE6E65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8707" name="Rectangle 35">
            <a:extLst>
              <a:ext uri="{FF2B5EF4-FFF2-40B4-BE49-F238E27FC236}">
                <a16:creationId xmlns:a16="http://schemas.microsoft.com/office/drawing/2014/main" id="{39B748CC-5EFD-A345-BE49-95EC00A4E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</p:spTree>
    <p:extLst>
      <p:ext uri="{BB962C8B-B14F-4D97-AF65-F5344CB8AC3E}">
        <p14:creationId xmlns:p14="http://schemas.microsoft.com/office/powerpoint/2010/main" val="41400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98" name="AutoShape 2">
            <a:extLst>
              <a:ext uri="{FF2B5EF4-FFF2-40B4-BE49-F238E27FC236}">
                <a16:creationId xmlns:a16="http://schemas.microsoft.com/office/drawing/2014/main" id="{CA094117-F3A2-E148-A541-3901AFE5D9B5}"/>
              </a:ext>
            </a:extLst>
          </p:cNvPr>
          <p:cNvCxnSpPr>
            <a:cxnSpLocks noChangeShapeType="1"/>
            <a:stCxn id="29706" idx="0"/>
            <a:endCxn id="29704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9" name="AutoShape 3">
            <a:extLst>
              <a:ext uri="{FF2B5EF4-FFF2-40B4-BE49-F238E27FC236}">
                <a16:creationId xmlns:a16="http://schemas.microsoft.com/office/drawing/2014/main" id="{E418287D-658F-004B-B3CD-C8320ADB4424}"/>
              </a:ext>
            </a:extLst>
          </p:cNvPr>
          <p:cNvCxnSpPr>
            <a:cxnSpLocks noChangeShapeType="1"/>
            <a:stCxn id="29707" idx="0"/>
            <a:endCxn id="29704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0" name="AutoShape 4">
            <a:extLst>
              <a:ext uri="{FF2B5EF4-FFF2-40B4-BE49-F238E27FC236}">
                <a16:creationId xmlns:a16="http://schemas.microsoft.com/office/drawing/2014/main" id="{E05F6CEE-7DF0-A444-9323-BE3CF1348EB8}"/>
              </a:ext>
            </a:extLst>
          </p:cNvPr>
          <p:cNvCxnSpPr>
            <a:cxnSpLocks noChangeShapeType="1"/>
            <a:stCxn id="29710" idx="0"/>
            <a:endCxn id="29706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1" name="AutoShape 5">
            <a:extLst>
              <a:ext uri="{FF2B5EF4-FFF2-40B4-BE49-F238E27FC236}">
                <a16:creationId xmlns:a16="http://schemas.microsoft.com/office/drawing/2014/main" id="{5CB1B39B-35BB-304B-8072-C3BCCEA071CE}"/>
              </a:ext>
            </a:extLst>
          </p:cNvPr>
          <p:cNvCxnSpPr>
            <a:cxnSpLocks noChangeShapeType="1"/>
            <a:stCxn id="29712" idx="0"/>
            <a:endCxn id="29707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2" name="AutoShape 6">
            <a:extLst>
              <a:ext uri="{FF2B5EF4-FFF2-40B4-BE49-F238E27FC236}">
                <a16:creationId xmlns:a16="http://schemas.microsoft.com/office/drawing/2014/main" id="{2AEAF3D7-7705-154C-96FD-6FFADE7AEE30}"/>
              </a:ext>
            </a:extLst>
          </p:cNvPr>
          <p:cNvCxnSpPr>
            <a:cxnSpLocks noChangeShapeType="1"/>
            <a:stCxn id="29706" idx="2"/>
            <a:endCxn id="29711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3" name="AutoShape 7">
            <a:extLst>
              <a:ext uri="{FF2B5EF4-FFF2-40B4-BE49-F238E27FC236}">
                <a16:creationId xmlns:a16="http://schemas.microsoft.com/office/drawing/2014/main" id="{D6168939-E103-784F-BC5A-D666086080CB}"/>
              </a:ext>
            </a:extLst>
          </p:cNvPr>
          <p:cNvCxnSpPr>
            <a:cxnSpLocks noChangeShapeType="1"/>
            <a:stCxn id="29707" idx="2"/>
            <a:endCxn id="29713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4" name="AutoShape 8">
            <a:extLst>
              <a:ext uri="{FF2B5EF4-FFF2-40B4-BE49-F238E27FC236}">
                <a16:creationId xmlns:a16="http://schemas.microsoft.com/office/drawing/2014/main" id="{88B511D9-4131-4F48-B34F-E0EB13A93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ED724F79-33EF-104B-8518-FA04230B5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6" name="AutoShape 10">
            <a:extLst>
              <a:ext uri="{FF2B5EF4-FFF2-40B4-BE49-F238E27FC236}">
                <a16:creationId xmlns:a16="http://schemas.microsoft.com/office/drawing/2014/main" id="{D525ED92-56AC-EF4C-B417-679EBB6C1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7" name="AutoShape 11">
            <a:extLst>
              <a:ext uri="{FF2B5EF4-FFF2-40B4-BE49-F238E27FC236}">
                <a16:creationId xmlns:a16="http://schemas.microsoft.com/office/drawing/2014/main" id="{761D5D11-25B7-7544-9ED2-65FB61A4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8" name="AutoShape 12">
            <a:extLst>
              <a:ext uri="{FF2B5EF4-FFF2-40B4-BE49-F238E27FC236}">
                <a16:creationId xmlns:a16="http://schemas.microsoft.com/office/drawing/2014/main" id="{4C561161-2642-BA4E-948E-F4A2B8EF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9" name="AutoShape 13">
            <a:extLst>
              <a:ext uri="{FF2B5EF4-FFF2-40B4-BE49-F238E27FC236}">
                <a16:creationId xmlns:a16="http://schemas.microsoft.com/office/drawing/2014/main" id="{3ABFD735-BDBD-8E48-95C7-6DC469B3A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10" name="AutoShape 14">
            <a:extLst>
              <a:ext uri="{FF2B5EF4-FFF2-40B4-BE49-F238E27FC236}">
                <a16:creationId xmlns:a16="http://schemas.microsoft.com/office/drawing/2014/main" id="{EB769D21-D892-1646-BAAD-5559C42DE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1" name="AutoShape 15">
            <a:extLst>
              <a:ext uri="{FF2B5EF4-FFF2-40B4-BE49-F238E27FC236}">
                <a16:creationId xmlns:a16="http://schemas.microsoft.com/office/drawing/2014/main" id="{0FBE6A49-DA73-E846-8682-20C54DB0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2" name="AutoShape 16">
            <a:extLst>
              <a:ext uri="{FF2B5EF4-FFF2-40B4-BE49-F238E27FC236}">
                <a16:creationId xmlns:a16="http://schemas.microsoft.com/office/drawing/2014/main" id="{60CDA385-B60D-0741-8578-DF1B96E49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3" name="AutoShape 17">
            <a:extLst>
              <a:ext uri="{FF2B5EF4-FFF2-40B4-BE49-F238E27FC236}">
                <a16:creationId xmlns:a16="http://schemas.microsoft.com/office/drawing/2014/main" id="{0D4BE5CE-7AA5-034A-8E64-28646FA48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4" name="AutoShape 18">
            <a:extLst>
              <a:ext uri="{FF2B5EF4-FFF2-40B4-BE49-F238E27FC236}">
                <a16:creationId xmlns:a16="http://schemas.microsoft.com/office/drawing/2014/main" id="{7A98AC0D-A0A5-384F-847D-B052A63C3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5" name="AutoShape 19">
            <a:extLst>
              <a:ext uri="{FF2B5EF4-FFF2-40B4-BE49-F238E27FC236}">
                <a16:creationId xmlns:a16="http://schemas.microsoft.com/office/drawing/2014/main" id="{520215D4-01C1-604E-9DED-09107452E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6" name="AutoShape 20">
            <a:extLst>
              <a:ext uri="{FF2B5EF4-FFF2-40B4-BE49-F238E27FC236}">
                <a16:creationId xmlns:a16="http://schemas.microsoft.com/office/drawing/2014/main" id="{2342D30E-79C6-6649-90E7-22BFE8F8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17" name="AutoShape 21">
            <a:extLst>
              <a:ext uri="{FF2B5EF4-FFF2-40B4-BE49-F238E27FC236}">
                <a16:creationId xmlns:a16="http://schemas.microsoft.com/office/drawing/2014/main" id="{C3FF7A81-828E-D04A-ACF3-5575428A9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9718" name="AutoShape 22">
            <a:extLst>
              <a:ext uri="{FF2B5EF4-FFF2-40B4-BE49-F238E27FC236}">
                <a16:creationId xmlns:a16="http://schemas.microsoft.com/office/drawing/2014/main" id="{45CE83D5-3523-E341-919B-2C8E750340A1}"/>
              </a:ext>
            </a:extLst>
          </p:cNvPr>
          <p:cNvCxnSpPr>
            <a:cxnSpLocks noChangeShapeType="1"/>
            <a:stCxn id="29708" idx="0"/>
            <a:endCxn id="29705" idx="2"/>
          </p:cNvCxnSpPr>
          <p:nvPr/>
        </p:nvCxnSpPr>
        <p:spPr bwMode="auto">
          <a:xfrm flipV="1">
            <a:off x="6700839" y="3108326"/>
            <a:ext cx="892175" cy="8540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9" name="AutoShape 23">
            <a:extLst>
              <a:ext uri="{FF2B5EF4-FFF2-40B4-BE49-F238E27FC236}">
                <a16:creationId xmlns:a16="http://schemas.microsoft.com/office/drawing/2014/main" id="{284DDA3B-BEA1-B741-8610-E688DC99D7EF}"/>
              </a:ext>
            </a:extLst>
          </p:cNvPr>
          <p:cNvCxnSpPr>
            <a:cxnSpLocks noChangeShapeType="1"/>
            <a:stCxn id="29709" idx="0"/>
            <a:endCxn id="29705" idx="2"/>
          </p:cNvCxnSpPr>
          <p:nvPr/>
        </p:nvCxnSpPr>
        <p:spPr bwMode="auto">
          <a:xfrm flipH="1" flipV="1">
            <a:off x="7593014" y="3108325"/>
            <a:ext cx="720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0" name="AutoShape 24">
            <a:extLst>
              <a:ext uri="{FF2B5EF4-FFF2-40B4-BE49-F238E27FC236}">
                <a16:creationId xmlns:a16="http://schemas.microsoft.com/office/drawing/2014/main" id="{0110868A-E2DA-C147-B18F-6F035E80BB01}"/>
              </a:ext>
            </a:extLst>
          </p:cNvPr>
          <p:cNvCxnSpPr>
            <a:cxnSpLocks noChangeShapeType="1"/>
            <a:stCxn id="29714" idx="0"/>
            <a:endCxn id="29708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1" name="AutoShape 25">
            <a:extLst>
              <a:ext uri="{FF2B5EF4-FFF2-40B4-BE49-F238E27FC236}">
                <a16:creationId xmlns:a16="http://schemas.microsoft.com/office/drawing/2014/main" id="{8010096A-5923-0D48-82EC-327643A5C42B}"/>
              </a:ext>
            </a:extLst>
          </p:cNvPr>
          <p:cNvCxnSpPr>
            <a:cxnSpLocks noChangeShapeType="1"/>
            <a:stCxn id="29716" idx="0"/>
            <a:endCxn id="29709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6">
            <a:extLst>
              <a:ext uri="{FF2B5EF4-FFF2-40B4-BE49-F238E27FC236}">
                <a16:creationId xmlns:a16="http://schemas.microsoft.com/office/drawing/2014/main" id="{16913F1E-0C1A-CB40-AFDE-A10989C91ED8}"/>
              </a:ext>
            </a:extLst>
          </p:cNvPr>
          <p:cNvCxnSpPr>
            <a:cxnSpLocks noChangeShapeType="1"/>
            <a:stCxn id="29708" idx="2"/>
            <a:endCxn id="29715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7">
            <a:extLst>
              <a:ext uri="{FF2B5EF4-FFF2-40B4-BE49-F238E27FC236}">
                <a16:creationId xmlns:a16="http://schemas.microsoft.com/office/drawing/2014/main" id="{AA58A80B-C59B-2144-9E25-93A78A01DBD0}"/>
              </a:ext>
            </a:extLst>
          </p:cNvPr>
          <p:cNvCxnSpPr>
            <a:cxnSpLocks noChangeShapeType="1"/>
            <a:stCxn id="29709" idx="2"/>
            <a:endCxn id="29717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8">
            <a:extLst>
              <a:ext uri="{FF2B5EF4-FFF2-40B4-BE49-F238E27FC236}">
                <a16:creationId xmlns:a16="http://schemas.microsoft.com/office/drawing/2014/main" id="{FA617753-3B32-724E-A5BC-9EC7F95876D5}"/>
              </a:ext>
            </a:extLst>
          </p:cNvPr>
          <p:cNvCxnSpPr>
            <a:cxnSpLocks noChangeShapeType="1"/>
            <a:stCxn id="29704" idx="0"/>
            <a:endCxn id="29726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29">
            <a:extLst>
              <a:ext uri="{FF2B5EF4-FFF2-40B4-BE49-F238E27FC236}">
                <a16:creationId xmlns:a16="http://schemas.microsoft.com/office/drawing/2014/main" id="{BC23D2C2-EB82-D54C-BA79-7FCD04BC643B}"/>
              </a:ext>
            </a:extLst>
          </p:cNvPr>
          <p:cNvCxnSpPr>
            <a:cxnSpLocks noChangeShapeType="1"/>
            <a:stCxn id="29705" idx="0"/>
            <a:endCxn id="29726" idx="2"/>
          </p:cNvCxnSpPr>
          <p:nvPr/>
        </p:nvCxnSpPr>
        <p:spPr bwMode="auto">
          <a:xfrm flipH="1" flipV="1">
            <a:off x="5829301" y="1973263"/>
            <a:ext cx="1763713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6" name="AutoShape 30">
            <a:extLst>
              <a:ext uri="{FF2B5EF4-FFF2-40B4-BE49-F238E27FC236}">
                <a16:creationId xmlns:a16="http://schemas.microsoft.com/office/drawing/2014/main" id="{A7AD6AC0-4CC4-7144-A4B8-1FCAC0906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27" name="AutoShape 31">
            <a:extLst>
              <a:ext uri="{FF2B5EF4-FFF2-40B4-BE49-F238E27FC236}">
                <a16:creationId xmlns:a16="http://schemas.microsoft.com/office/drawing/2014/main" id="{F8D61422-C1DF-7E40-91C6-B360CDFD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6" y="1614489"/>
            <a:ext cx="6003925" cy="274637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3300"/>
                </a:solidFill>
                <a:latin typeface="Tahoma" panose="020B0604030504040204" pitchFamily="34" charset="0"/>
              </a:rPr>
              <a:t>1          2          3        4             5          6        7          8</a:t>
            </a:r>
          </a:p>
        </p:txBody>
      </p:sp>
      <p:sp>
        <p:nvSpPr>
          <p:cNvPr id="29728" name="Text Box 32">
            <a:extLst>
              <a:ext uri="{FF2B5EF4-FFF2-40B4-BE49-F238E27FC236}">
                <a16:creationId xmlns:a16="http://schemas.microsoft.com/office/drawing/2014/main" id="{2655E3F6-16A8-DF48-986D-74FF00536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Merge(A, 0, 3, 7)</a:t>
            </a:r>
          </a:p>
        </p:txBody>
      </p:sp>
      <p:sp>
        <p:nvSpPr>
          <p:cNvPr id="29729" name="Text Box 33">
            <a:extLst>
              <a:ext uri="{FF2B5EF4-FFF2-40B4-BE49-F238E27FC236}">
                <a16:creationId xmlns:a16="http://schemas.microsoft.com/office/drawing/2014/main" id="{4BB37D00-2B4E-394A-ACDA-41F878404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A:</a:t>
            </a:r>
          </a:p>
        </p:txBody>
      </p:sp>
      <p:sp>
        <p:nvSpPr>
          <p:cNvPr id="29730" name="Rectangle 34">
            <a:extLst>
              <a:ext uri="{FF2B5EF4-FFF2-40B4-BE49-F238E27FC236}">
                <a16:creationId xmlns:a16="http://schemas.microsoft.com/office/drawing/2014/main" id="{33F74372-A4D3-8A4C-9C37-7BE0D4C6A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700">
                <a:solidFill>
                  <a:schemeClr val="tx2"/>
                </a:solidFill>
              </a:rPr>
              <a:t>Merge-Sort(A, 0, 7)</a:t>
            </a:r>
          </a:p>
        </p:txBody>
      </p:sp>
      <p:sp>
        <p:nvSpPr>
          <p:cNvPr id="231459" name="Text Box 35">
            <a:extLst>
              <a:ext uri="{FF2B5EF4-FFF2-40B4-BE49-F238E27FC236}">
                <a16:creationId xmlns:a16="http://schemas.microsoft.com/office/drawing/2014/main" id="{008CC558-4315-4845-B5C8-760BFDF0D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289" y="1008063"/>
            <a:ext cx="41798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9900"/>
                </a:solidFill>
                <a:cs typeface="Arial" panose="020B0604020202020204" pitchFamily="34" charset="0"/>
              </a:rPr>
              <a:t>Merge-Sort(A, 0, 7), done!</a:t>
            </a:r>
          </a:p>
        </p:txBody>
      </p:sp>
    </p:spTree>
    <p:extLst>
      <p:ext uri="{BB962C8B-B14F-4D97-AF65-F5344CB8AC3E}">
        <p14:creationId xmlns:p14="http://schemas.microsoft.com/office/powerpoint/2010/main" val="261302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5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15458D7-E79B-4943-85DB-9B8800C46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 sz="2600"/>
              <a:t>Ex:- [ 179, 254, 285, 310, 351, 423, 450, 520, 652,861 ]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AD30DED-579B-EF47-9DEB-5CF8B5CC5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9425" y="1357313"/>
            <a:ext cx="8707438" cy="52816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600">
                <a:solidFill>
                  <a:srgbClr val="0000FF"/>
                </a:solidFill>
              </a:rPr>
              <a:t>Tree of calls of merge sort</a:t>
            </a:r>
          </a:p>
        </p:txBody>
      </p:sp>
      <p:sp>
        <p:nvSpPr>
          <p:cNvPr id="233476" name="Rectangle 4">
            <a:extLst>
              <a:ext uri="{FF2B5EF4-FFF2-40B4-BE49-F238E27FC236}">
                <a16:creationId xmlns:a16="http://schemas.microsoft.com/office/drawing/2014/main" id="{5A3EDB08-1BC1-8F41-AF74-65C4DA616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22513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1,10</a:t>
            </a:r>
          </a:p>
        </p:txBody>
      </p:sp>
      <p:sp>
        <p:nvSpPr>
          <p:cNvPr id="233477" name="Rectangle 5">
            <a:extLst>
              <a:ext uri="{FF2B5EF4-FFF2-40B4-BE49-F238E27FC236}">
                <a16:creationId xmlns:a16="http://schemas.microsoft.com/office/drawing/2014/main" id="{9D31D1CB-E675-1E43-AA3F-36EC75EC0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3346450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1,5</a:t>
            </a:r>
          </a:p>
        </p:txBody>
      </p:sp>
      <p:sp>
        <p:nvSpPr>
          <p:cNvPr id="233478" name="Rectangle 6">
            <a:extLst>
              <a:ext uri="{FF2B5EF4-FFF2-40B4-BE49-F238E27FC236}">
                <a16:creationId xmlns:a16="http://schemas.microsoft.com/office/drawing/2014/main" id="{8029EC93-6A39-8846-90F5-F041412E0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64" y="3327400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6,10</a:t>
            </a:r>
          </a:p>
        </p:txBody>
      </p:sp>
      <p:sp>
        <p:nvSpPr>
          <p:cNvPr id="233479" name="Line 7">
            <a:extLst>
              <a:ext uri="{FF2B5EF4-FFF2-40B4-BE49-F238E27FC236}">
                <a16:creationId xmlns:a16="http://schemas.microsoft.com/office/drawing/2014/main" id="{D0EC1670-DB4A-E74B-A8C2-617E8D138B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9" y="2684463"/>
            <a:ext cx="1436687" cy="654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0" name="Line 8">
            <a:extLst>
              <a:ext uri="{FF2B5EF4-FFF2-40B4-BE49-F238E27FC236}">
                <a16:creationId xmlns:a16="http://schemas.microsoft.com/office/drawing/2014/main" id="{9FCF5BA8-A257-3B48-8DBF-2A60EF2BE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5" y="2698751"/>
            <a:ext cx="2844800" cy="6397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1" name="Rectangle 9">
            <a:extLst>
              <a:ext uri="{FF2B5EF4-FFF2-40B4-BE49-F238E27FC236}">
                <a16:creationId xmlns:a16="http://schemas.microsoft.com/office/drawing/2014/main" id="{238DF022-4517-A844-901B-5CD970A1D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098925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1,3</a:t>
            </a:r>
          </a:p>
        </p:txBody>
      </p:sp>
      <p:sp>
        <p:nvSpPr>
          <p:cNvPr id="233482" name="Rectangle 10">
            <a:extLst>
              <a:ext uri="{FF2B5EF4-FFF2-40B4-BE49-F238E27FC236}">
                <a16:creationId xmlns:a16="http://schemas.microsoft.com/office/drawing/2014/main" id="{4060839C-5EFE-A04B-BDB1-F925B0D9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4" y="4184650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4,5</a:t>
            </a:r>
          </a:p>
        </p:txBody>
      </p:sp>
      <p:sp>
        <p:nvSpPr>
          <p:cNvPr id="233483" name="Line 11">
            <a:extLst>
              <a:ext uri="{FF2B5EF4-FFF2-40B4-BE49-F238E27FC236}">
                <a16:creationId xmlns:a16="http://schemas.microsoft.com/office/drawing/2014/main" id="{F9F0346D-9376-C542-9A25-26E31E1513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9600" y="3716338"/>
            <a:ext cx="1176338" cy="3619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4" name="Line 12">
            <a:extLst>
              <a:ext uri="{FF2B5EF4-FFF2-40B4-BE49-F238E27FC236}">
                <a16:creationId xmlns:a16="http://schemas.microsoft.com/office/drawing/2014/main" id="{F44811CB-504E-3C40-820A-D72157734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064" y="3730625"/>
            <a:ext cx="1089025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5" name="Rectangle 13">
            <a:extLst>
              <a:ext uri="{FF2B5EF4-FFF2-40B4-BE49-F238E27FC236}">
                <a16:creationId xmlns:a16="http://schemas.microsoft.com/office/drawing/2014/main" id="{7DAF7672-B6C6-544F-AAC4-E6BAF529F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9" y="4194175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6,8</a:t>
            </a:r>
          </a:p>
        </p:txBody>
      </p:sp>
      <p:sp>
        <p:nvSpPr>
          <p:cNvPr id="233486" name="Rectangle 14">
            <a:extLst>
              <a:ext uri="{FF2B5EF4-FFF2-40B4-BE49-F238E27FC236}">
                <a16:creationId xmlns:a16="http://schemas.microsoft.com/office/drawing/2014/main" id="{6C172008-D5E6-6545-98B6-5011E485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9" y="4237038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9,10</a:t>
            </a:r>
          </a:p>
        </p:txBody>
      </p:sp>
      <p:sp>
        <p:nvSpPr>
          <p:cNvPr id="233487" name="Line 15">
            <a:extLst>
              <a:ext uri="{FF2B5EF4-FFF2-40B4-BE49-F238E27FC236}">
                <a16:creationId xmlns:a16="http://schemas.microsoft.com/office/drawing/2014/main" id="{D7E45B32-1537-354F-A1BF-72ADF799B8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0513" y="3702050"/>
            <a:ext cx="812800" cy="463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8" name="Line 16">
            <a:extLst>
              <a:ext uri="{FF2B5EF4-FFF2-40B4-BE49-F238E27FC236}">
                <a16:creationId xmlns:a16="http://schemas.microsoft.com/office/drawing/2014/main" id="{102E8857-54BC-F043-9C09-F9971E19A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3151" y="3702050"/>
            <a:ext cx="1133475" cy="522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89" name="Rectangle 17">
            <a:extLst>
              <a:ext uri="{FF2B5EF4-FFF2-40B4-BE49-F238E27FC236}">
                <a16:creationId xmlns:a16="http://schemas.microsoft.com/office/drawing/2014/main" id="{AAE72EB2-2FBB-384A-BDEA-C248677DD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9" y="4994275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1,2</a:t>
            </a:r>
          </a:p>
        </p:txBody>
      </p:sp>
      <p:sp>
        <p:nvSpPr>
          <p:cNvPr id="233490" name="Rectangle 18">
            <a:extLst>
              <a:ext uri="{FF2B5EF4-FFF2-40B4-BE49-F238E27FC236}">
                <a16:creationId xmlns:a16="http://schemas.microsoft.com/office/drawing/2014/main" id="{58BCE8DF-6CD8-C640-9553-C26CBC9E5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989" y="5022850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3,3</a:t>
            </a:r>
          </a:p>
        </p:txBody>
      </p:sp>
      <p:sp>
        <p:nvSpPr>
          <p:cNvPr id="233491" name="Rectangle 19">
            <a:extLst>
              <a:ext uri="{FF2B5EF4-FFF2-40B4-BE49-F238E27FC236}">
                <a16:creationId xmlns:a16="http://schemas.microsoft.com/office/drawing/2014/main" id="{DE636FE6-ADD1-3649-91DE-52577BA11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5003800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4,4</a:t>
            </a:r>
          </a:p>
        </p:txBody>
      </p:sp>
      <p:sp>
        <p:nvSpPr>
          <p:cNvPr id="233492" name="Rectangle 20">
            <a:extLst>
              <a:ext uri="{FF2B5EF4-FFF2-40B4-BE49-F238E27FC236}">
                <a16:creationId xmlns:a16="http://schemas.microsoft.com/office/drawing/2014/main" id="{4D0AA0BE-C7EF-9048-AB47-ADEFD402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275" y="4960938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5,5</a:t>
            </a:r>
          </a:p>
        </p:txBody>
      </p:sp>
      <p:sp>
        <p:nvSpPr>
          <p:cNvPr id="233493" name="Line 21">
            <a:extLst>
              <a:ext uri="{FF2B5EF4-FFF2-40B4-BE49-F238E27FC236}">
                <a16:creationId xmlns:a16="http://schemas.microsoft.com/office/drawing/2014/main" id="{5C450CF6-9E04-5D49-806F-1BB129BF69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4484689"/>
            <a:ext cx="755650" cy="4794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94" name="Line 22">
            <a:extLst>
              <a:ext uri="{FF2B5EF4-FFF2-40B4-BE49-F238E27FC236}">
                <a16:creationId xmlns:a16="http://schemas.microsoft.com/office/drawing/2014/main" id="{199AC141-13E8-6746-BCCA-38E4B2F5E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0" y="4456114"/>
            <a:ext cx="579438" cy="5365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495" name="Rectangle 23">
            <a:extLst>
              <a:ext uri="{FF2B5EF4-FFF2-40B4-BE49-F238E27FC236}">
                <a16:creationId xmlns:a16="http://schemas.microsoft.com/office/drawing/2014/main" id="{A1091C46-0565-4845-AFC7-D17670DFD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4" y="5003800"/>
            <a:ext cx="668337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6,7</a:t>
            </a:r>
          </a:p>
        </p:txBody>
      </p:sp>
      <p:sp>
        <p:nvSpPr>
          <p:cNvPr id="233496" name="Rectangle 24">
            <a:extLst>
              <a:ext uri="{FF2B5EF4-FFF2-40B4-BE49-F238E27FC236}">
                <a16:creationId xmlns:a16="http://schemas.microsoft.com/office/drawing/2014/main" id="{914F20DC-B207-F64C-8826-B037AA40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5018088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8,8</a:t>
            </a:r>
          </a:p>
        </p:txBody>
      </p:sp>
      <p:sp>
        <p:nvSpPr>
          <p:cNvPr id="233497" name="Rectangle 25">
            <a:extLst>
              <a:ext uri="{FF2B5EF4-FFF2-40B4-BE49-F238E27FC236}">
                <a16:creationId xmlns:a16="http://schemas.microsoft.com/office/drawing/2014/main" id="{650722F7-4896-3B4A-9174-D3596555F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7475" y="4999038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9,9</a:t>
            </a:r>
          </a:p>
        </p:txBody>
      </p:sp>
      <p:sp>
        <p:nvSpPr>
          <p:cNvPr id="233498" name="Rectangle 26">
            <a:extLst>
              <a:ext uri="{FF2B5EF4-FFF2-40B4-BE49-F238E27FC236}">
                <a16:creationId xmlns:a16="http://schemas.microsoft.com/office/drawing/2014/main" id="{C78E5C91-E24F-6849-8E83-C43A4E049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0450" y="4984750"/>
            <a:ext cx="668338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10,10</a:t>
            </a:r>
          </a:p>
        </p:txBody>
      </p:sp>
      <p:sp>
        <p:nvSpPr>
          <p:cNvPr id="233499" name="Line 27">
            <a:extLst>
              <a:ext uri="{FF2B5EF4-FFF2-40B4-BE49-F238E27FC236}">
                <a16:creationId xmlns:a16="http://schemas.microsoft.com/office/drawing/2014/main" id="{1F527647-82D4-AF48-9BE0-143DF992C5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4563" y="4579938"/>
            <a:ext cx="696912" cy="406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0" name="Line 28">
            <a:extLst>
              <a:ext uri="{FF2B5EF4-FFF2-40B4-BE49-F238E27FC236}">
                <a16:creationId xmlns:a16="http://schemas.microsoft.com/office/drawing/2014/main" id="{EF2E5C37-A6FA-0545-A391-85A5528BE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476" y="4551364"/>
            <a:ext cx="492125" cy="4333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1" name="Line 29">
            <a:extLst>
              <a:ext uri="{FF2B5EF4-FFF2-40B4-BE49-F238E27FC236}">
                <a16:creationId xmlns:a16="http://schemas.microsoft.com/office/drawing/2014/main" id="{09A208CE-9B4E-D844-B39A-E3F043C31B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3939" y="4543426"/>
            <a:ext cx="536575" cy="4349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2" name="Line 30">
            <a:extLst>
              <a:ext uri="{FF2B5EF4-FFF2-40B4-BE49-F238E27FC236}">
                <a16:creationId xmlns:a16="http://schemas.microsoft.com/office/drawing/2014/main" id="{4406F717-3989-1147-938B-5A839C070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939" y="4557713"/>
            <a:ext cx="739775" cy="3619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3" name="Line 31">
            <a:extLst>
              <a:ext uri="{FF2B5EF4-FFF2-40B4-BE49-F238E27FC236}">
                <a16:creationId xmlns:a16="http://schemas.microsoft.com/office/drawing/2014/main" id="{67C5B494-B7F0-9E43-AA38-A85AD52D81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18626" y="4600576"/>
            <a:ext cx="434975" cy="3778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4" name="Line 32">
            <a:extLst>
              <a:ext uri="{FF2B5EF4-FFF2-40B4-BE49-F238E27FC236}">
                <a16:creationId xmlns:a16="http://schemas.microsoft.com/office/drawing/2014/main" id="{0AF957BF-D57F-284A-A4BA-BD51D6FFF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7888" y="4614863"/>
            <a:ext cx="493712" cy="3492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05" name="Rectangle 33">
            <a:extLst>
              <a:ext uri="{FF2B5EF4-FFF2-40B4-BE49-F238E27FC236}">
                <a16:creationId xmlns:a16="http://schemas.microsoft.com/office/drawing/2014/main" id="{C7777303-A3F4-7744-AAC5-B9E78914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5746750"/>
            <a:ext cx="45085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1,1</a:t>
            </a:r>
          </a:p>
        </p:txBody>
      </p:sp>
      <p:sp>
        <p:nvSpPr>
          <p:cNvPr id="233506" name="Rectangle 34">
            <a:extLst>
              <a:ext uri="{FF2B5EF4-FFF2-40B4-BE49-F238E27FC236}">
                <a16:creationId xmlns:a16="http://schemas.microsoft.com/office/drawing/2014/main" id="{21B2CDCA-6645-EC44-904E-B5C1B4DE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5741988"/>
            <a:ext cx="45085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2,2</a:t>
            </a:r>
          </a:p>
        </p:txBody>
      </p:sp>
      <p:sp>
        <p:nvSpPr>
          <p:cNvPr id="233507" name="Rectangle 35">
            <a:extLst>
              <a:ext uri="{FF2B5EF4-FFF2-40B4-BE49-F238E27FC236}">
                <a16:creationId xmlns:a16="http://schemas.microsoft.com/office/drawing/2014/main" id="{431CD615-E2B5-D841-A1A6-B9155EB12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5784850"/>
            <a:ext cx="45085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6,6</a:t>
            </a:r>
          </a:p>
        </p:txBody>
      </p:sp>
      <p:sp>
        <p:nvSpPr>
          <p:cNvPr id="233508" name="Rectangle 36">
            <a:extLst>
              <a:ext uri="{FF2B5EF4-FFF2-40B4-BE49-F238E27FC236}">
                <a16:creationId xmlns:a16="http://schemas.microsoft.com/office/drawing/2014/main" id="{10D3AA07-6E6F-C34E-9E15-836FB9EE7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780088"/>
            <a:ext cx="45085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7,7</a:t>
            </a:r>
          </a:p>
        </p:txBody>
      </p:sp>
      <p:sp>
        <p:nvSpPr>
          <p:cNvPr id="233509" name="Line 37">
            <a:extLst>
              <a:ext uri="{FF2B5EF4-FFF2-40B4-BE49-F238E27FC236}">
                <a16:creationId xmlns:a16="http://schemas.microsoft.com/office/drawing/2014/main" id="{00474709-62D3-4C41-896A-FF002C3057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1" y="5370514"/>
            <a:ext cx="276225" cy="3778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10" name="Line 38">
            <a:extLst>
              <a:ext uri="{FF2B5EF4-FFF2-40B4-BE49-F238E27FC236}">
                <a16:creationId xmlns:a16="http://schemas.microsoft.com/office/drawing/2014/main" id="{594ACB0B-6AFE-7B48-B865-88235E2C8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0739" y="5356226"/>
            <a:ext cx="333375" cy="3476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11" name="Line 39">
            <a:extLst>
              <a:ext uri="{FF2B5EF4-FFF2-40B4-BE49-F238E27FC236}">
                <a16:creationId xmlns:a16="http://schemas.microsoft.com/office/drawing/2014/main" id="{8F624287-DFAF-EB43-B653-CACAE3DFB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7538" y="5370514"/>
            <a:ext cx="246062" cy="4206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3512" name="Line 40">
            <a:extLst>
              <a:ext uri="{FF2B5EF4-FFF2-40B4-BE49-F238E27FC236}">
                <a16:creationId xmlns:a16="http://schemas.microsoft.com/office/drawing/2014/main" id="{51534FC9-015A-3C42-8CD1-D3CFFBF60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601" y="5370513"/>
            <a:ext cx="377825" cy="3921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8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3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3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3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3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3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3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3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3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3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3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3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animBg="1"/>
      <p:bldP spid="233477" grpId="0" animBg="1"/>
      <p:bldP spid="233478" grpId="0" animBg="1"/>
      <p:bldP spid="233481" grpId="0" animBg="1"/>
      <p:bldP spid="233482" grpId="0" animBg="1"/>
      <p:bldP spid="233485" grpId="0" animBg="1"/>
      <p:bldP spid="233486" grpId="0" animBg="1"/>
      <p:bldP spid="233489" grpId="0" animBg="1"/>
      <p:bldP spid="233490" grpId="0" animBg="1"/>
      <p:bldP spid="233491" grpId="0" animBg="1"/>
      <p:bldP spid="233492" grpId="0" animBg="1"/>
      <p:bldP spid="233495" grpId="0" animBg="1"/>
      <p:bldP spid="233496" grpId="0" animBg="1"/>
      <p:bldP spid="233497" grpId="0" animBg="1"/>
      <p:bldP spid="233498" grpId="0" animBg="1"/>
      <p:bldP spid="233505" grpId="0" animBg="1"/>
      <p:bldP spid="233506" grpId="0" animBg="1"/>
      <p:bldP spid="233507" grpId="0" animBg="1"/>
      <p:bldP spid="23350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F9314A4-8169-D249-96CB-43627D91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543800" cy="7874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Sort: Algorithm	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4E9FE61E-CAD0-5243-BE57-09D580978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969963"/>
            <a:ext cx="85153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altLang="en-US" sz="1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MergeSort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( low, high)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// a[low: high] is a global array to be sorted.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// Small(P) is true if there is only one element  to sort. In this case the list is already sorted.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 (  low&lt;high  ) then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more than one element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	// Divide P into sub problems.</a:t>
            </a:r>
          </a:p>
          <a:p>
            <a:pPr eaLnBrk="1" hangingPunct="1"/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	      // Find where to split the set.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mid := [(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low+high)/2];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  <a:sym typeface="Symbol" pitchFamily="2" charset="2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//solve the sub problems.</a:t>
            </a:r>
          </a:p>
          <a:p>
            <a:pPr lvl="2" eaLnBrk="1" hangingPunct="1">
              <a:lnSpc>
                <a:spcPct val="140000"/>
              </a:lnSpc>
            </a:pPr>
            <a:r>
              <a:rPr lang="en-GB" altLang="en-US" sz="1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(low,mid);</a:t>
            </a:r>
          </a:p>
          <a:p>
            <a:pPr lvl="2" eaLnBrk="1" hangingPunct="1">
              <a:lnSpc>
                <a:spcPct val="140000"/>
              </a:lnSpc>
            </a:pPr>
            <a:r>
              <a:rPr lang="en-GB" altLang="en-US" sz="1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(mid+1, high);</a:t>
            </a:r>
          </a:p>
          <a:p>
            <a:pPr lvl="2" eaLnBrk="1" hangingPunct="1">
              <a:lnSpc>
                <a:spcPct val="140000"/>
              </a:lnSpc>
            </a:pP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// Combine the solutions.</a:t>
            </a:r>
          </a:p>
          <a:p>
            <a:pPr lvl="2" eaLnBrk="1" hangingPunct="1">
              <a:lnSpc>
                <a:spcPct val="140000"/>
              </a:lnSpc>
            </a:pPr>
            <a:r>
              <a:rPr lang="en-GB" altLang="en-US" sz="1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(low, mid, high);</a:t>
            </a:r>
          </a:p>
          <a:p>
            <a:pPr eaLnBrk="1" hangingPunct="1">
              <a:lnSpc>
                <a:spcPct val="140000"/>
              </a:lnSpc>
            </a:pPr>
            <a:r>
              <a:rPr lang="en-GB" altLang="en-US" sz="1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40000"/>
              </a:lnSpc>
            </a:pPr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0" name="AutoShape 4">
            <a:extLst>
              <a:ext uri="{FF2B5EF4-FFF2-40B4-BE49-F238E27FC236}">
                <a16:creationId xmlns:a16="http://schemas.microsoft.com/office/drawing/2014/main" id="{B4CEADE8-D08B-5D46-ACEA-FD2CF99B7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3962400"/>
            <a:ext cx="1928813" cy="490538"/>
          </a:xfrm>
          <a:prstGeom prst="wedgeRectCallout">
            <a:avLst>
              <a:gd name="adj1" fmla="val -72389"/>
              <a:gd name="adj2" fmla="val 545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Recursive Calls</a:t>
            </a:r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309B8859-860D-D142-8EED-BCEE7EA0B79C}"/>
              </a:ext>
            </a:extLst>
          </p:cNvPr>
          <p:cNvSpPr>
            <a:spLocks/>
          </p:cNvSpPr>
          <p:nvPr/>
        </p:nvSpPr>
        <p:spPr bwMode="auto">
          <a:xfrm>
            <a:off x="5257801" y="4267200"/>
            <a:ext cx="282575" cy="609600"/>
          </a:xfrm>
          <a:prstGeom prst="rightBrace">
            <a:avLst>
              <a:gd name="adj1" fmla="val 20974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086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3B13F01-1756-F642-895F-295377E84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8000" y="371476"/>
            <a:ext cx="8229600" cy="6253163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Algorithm Merge</a:t>
            </a:r>
            <a:r>
              <a:rPr lang="en-US" altLang="en-US" sz="1800" b="1"/>
              <a:t>(low, mid, high)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b="1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// a[low:high] is a global array containing two sorted subsets in a[low:mid]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// and  in a[mid+1:high]. The goal is to merge these two sets into a single set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//  residing  in a  [low: high]. b[ ] is a temporary global array.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h := low; i := low; j := mid+1;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</a:t>
            </a:r>
            <a:r>
              <a:rPr lang="en-US" altLang="en-US" sz="1800" b="1">
                <a:solidFill>
                  <a:srgbClr val="0000CC"/>
                </a:solidFill>
              </a:rPr>
              <a:t>while</a:t>
            </a:r>
            <a:r>
              <a:rPr lang="en-US" altLang="en-US" sz="1800" b="1">
                <a:solidFill>
                  <a:srgbClr val="C00000"/>
                </a:solidFill>
              </a:rPr>
              <a:t>(</a:t>
            </a:r>
            <a:r>
              <a:rPr lang="en-US" altLang="en-US" sz="1800" b="1">
                <a:solidFill>
                  <a:srgbClr val="0000FF"/>
                </a:solidFill>
              </a:rPr>
              <a:t> </a:t>
            </a:r>
            <a:r>
              <a:rPr lang="en-US" altLang="en-US" sz="1800" b="1" i="1">
                <a:solidFill>
                  <a:srgbClr val="C00000"/>
                </a:solidFill>
              </a:rPr>
              <a:t>h ≤ mid </a:t>
            </a:r>
            <a:r>
              <a:rPr lang="en-US" altLang="en-US" sz="1800" b="1">
                <a:solidFill>
                  <a:srgbClr val="C00000"/>
                </a:solidFill>
              </a:rPr>
              <a:t>) </a:t>
            </a:r>
            <a:r>
              <a:rPr lang="en-US" altLang="en-US" sz="1800" b="1">
                <a:solidFill>
                  <a:srgbClr val="0000FF"/>
                </a:solidFill>
              </a:rPr>
              <a:t>and ( </a:t>
            </a:r>
            <a:r>
              <a:rPr lang="en-US" altLang="en-US" sz="1800" b="1" i="1">
                <a:solidFill>
                  <a:srgbClr val="C00000"/>
                </a:solidFill>
              </a:rPr>
              <a:t>j ≤ high </a:t>
            </a:r>
            <a:r>
              <a:rPr lang="en-US" altLang="en-US" sz="1800" b="1">
                <a:solidFill>
                  <a:srgbClr val="C00000"/>
                </a:solidFill>
              </a:rPr>
              <a:t>)</a:t>
            </a:r>
            <a:r>
              <a:rPr lang="en-US" altLang="en-US" sz="1800" b="1">
                <a:solidFill>
                  <a:srgbClr val="0000FF"/>
                </a:solidFill>
              </a:rPr>
              <a:t> do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</a:t>
            </a:r>
            <a:r>
              <a:rPr lang="en-US" altLang="en-US" sz="1800" b="1">
                <a:solidFill>
                  <a:srgbClr val="0000CC"/>
                </a:solidFill>
              </a:rPr>
              <a:t>if</a:t>
            </a:r>
            <a:r>
              <a:rPr lang="en-US" altLang="en-US" sz="1800" b="1">
                <a:solidFill>
                  <a:srgbClr val="FF0000"/>
                </a:solidFill>
              </a:rPr>
              <a:t>( a[h] ≤ a[j] ) </a:t>
            </a:r>
            <a:r>
              <a:rPr lang="en-US" altLang="en-US" sz="1800" b="1">
                <a:solidFill>
                  <a:srgbClr val="0000CC"/>
                </a:solidFill>
              </a:rPr>
              <a:t>then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	b[i]:=a[h]; h:=h+1;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</a:t>
            </a:r>
            <a:r>
              <a:rPr lang="en-US" altLang="en-US" sz="1800" b="1">
                <a:solidFill>
                  <a:srgbClr val="FF0000"/>
                </a:solidFill>
              </a:rPr>
              <a:t>else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	b[i]:=a[j]; j:=j+1;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i:=i+1;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1049810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E88E40E-BE5C-C84C-A6FA-409FA28E8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7838" y="182564"/>
            <a:ext cx="8229600" cy="64865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b="1"/>
              <a:t>		</a:t>
            </a:r>
            <a:r>
              <a:rPr lang="en-US" altLang="en-US" sz="1800" b="1">
                <a:solidFill>
                  <a:srgbClr val="0000CC"/>
                </a:solidFill>
              </a:rPr>
              <a:t>if</a:t>
            </a:r>
            <a:r>
              <a:rPr lang="en-US" altLang="en-US" sz="1800" b="1">
                <a:solidFill>
                  <a:srgbClr val="FF0000"/>
                </a:solidFill>
              </a:rPr>
              <a:t>( h &gt; mid ) </a:t>
            </a:r>
            <a:r>
              <a:rPr lang="en-US" altLang="en-US" sz="1800" b="1">
                <a:solidFill>
                  <a:srgbClr val="0000CC"/>
                </a:solidFill>
              </a:rPr>
              <a:t>then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</a:t>
            </a:r>
            <a:r>
              <a:rPr lang="en-US" altLang="en-US" sz="1800" b="1">
                <a:solidFill>
                  <a:srgbClr val="0000FF"/>
                </a:solidFill>
              </a:rPr>
              <a:t>for k:=</a:t>
            </a:r>
            <a:r>
              <a:rPr lang="en-US" altLang="en-US" sz="1800" b="1">
                <a:solidFill>
                  <a:srgbClr val="C00000"/>
                </a:solidFill>
              </a:rPr>
              <a:t>j to high </a:t>
            </a:r>
            <a:r>
              <a:rPr lang="en-US" altLang="en-US" sz="1800" b="1">
                <a:solidFill>
                  <a:srgbClr val="0000FF"/>
                </a:solidFill>
              </a:rPr>
              <a:t>do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{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	b[i] := a[k]; i:= i+1;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</a:t>
            </a:r>
            <a:r>
              <a:rPr lang="en-US" altLang="en-US" sz="1800" b="1">
                <a:solidFill>
                  <a:srgbClr val="FF0000"/>
                </a:solidFill>
              </a:rPr>
              <a:t>else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</a:t>
            </a:r>
            <a:r>
              <a:rPr lang="en-US" altLang="en-US" sz="1800" b="1">
                <a:solidFill>
                  <a:srgbClr val="0000FF"/>
                </a:solidFill>
              </a:rPr>
              <a:t>for k:=</a:t>
            </a:r>
            <a:r>
              <a:rPr lang="en-US" altLang="en-US" sz="1800" b="1">
                <a:solidFill>
                  <a:srgbClr val="C00000"/>
                </a:solidFill>
              </a:rPr>
              <a:t>h to mid </a:t>
            </a:r>
            <a:r>
              <a:rPr lang="en-US" altLang="en-US" sz="1800" b="1">
                <a:solidFill>
                  <a:srgbClr val="0000FF"/>
                </a:solidFill>
              </a:rPr>
              <a:t>do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{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	b[i] := a[k]; i:= i+1;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	</a:t>
            </a:r>
            <a:r>
              <a:rPr lang="en-US" altLang="en-US" sz="1800" b="1">
                <a:solidFill>
                  <a:srgbClr val="0000FF"/>
                </a:solidFill>
              </a:rPr>
              <a:t>  for k:= </a:t>
            </a:r>
            <a:r>
              <a:rPr lang="en-US" altLang="en-US" sz="1800" b="1">
                <a:solidFill>
                  <a:srgbClr val="C00000"/>
                </a:solidFill>
              </a:rPr>
              <a:t>low  to high </a:t>
            </a:r>
            <a:r>
              <a:rPr lang="en-US" altLang="en-US" sz="1800" b="1">
                <a:solidFill>
                  <a:srgbClr val="0000FF"/>
                </a:solidFill>
              </a:rPr>
              <a:t>do 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0000FF"/>
                </a:solidFill>
              </a:rPr>
              <a:t>                             </a:t>
            </a:r>
            <a:r>
              <a:rPr lang="en-US" altLang="en-US" sz="1800" b="1"/>
              <a:t>a[k]:=b[k];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047534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77C8DF-CC63-634E-B5CD-EF9AD9CFBF86}"/>
              </a:ext>
            </a:extLst>
          </p:cNvPr>
          <p:cNvGrpSpPr>
            <a:grpSpLocks/>
          </p:cNvGrpSpPr>
          <p:nvPr/>
        </p:nvGrpSpPr>
        <p:grpSpPr bwMode="auto">
          <a:xfrm>
            <a:off x="2143126" y="3357563"/>
            <a:ext cx="6862763" cy="1784350"/>
            <a:chOff x="372" y="2736"/>
            <a:chExt cx="4323" cy="1124"/>
          </a:xfrm>
        </p:grpSpPr>
        <p:grpSp>
          <p:nvGrpSpPr>
            <p:cNvPr id="34853" name="Group 3">
              <a:extLst>
                <a:ext uri="{FF2B5EF4-FFF2-40B4-BE49-F238E27FC236}">
                  <a16:creationId xmlns:a16="http://schemas.microsoft.com/office/drawing/2014/main" id="{04C94C4A-FB37-2F48-B183-1A8A90BD1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3080"/>
              <a:ext cx="1536" cy="262"/>
              <a:chOff x="3159" y="3080"/>
              <a:chExt cx="1536" cy="262"/>
            </a:xfrm>
          </p:grpSpPr>
          <p:sp>
            <p:nvSpPr>
              <p:cNvPr id="34864" name="Text Box 4">
                <a:extLst>
                  <a:ext uri="{FF2B5EF4-FFF2-40B4-BE49-F238E27FC236}">
                    <a16:creationId xmlns:a16="http://schemas.microsoft.com/office/drawing/2014/main" id="{A1136DAC-395B-D544-ACF7-7FB70E32E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9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34865" name="Text Box 5">
                <a:extLst>
                  <a:ext uri="{FF2B5EF4-FFF2-40B4-BE49-F238E27FC236}">
                    <a16:creationId xmlns:a16="http://schemas.microsoft.com/office/drawing/2014/main" id="{3CD7A60F-8F91-6B48-BC2E-54EFB4380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3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10</a:t>
                </a:r>
              </a:p>
            </p:txBody>
          </p:sp>
          <p:sp>
            <p:nvSpPr>
              <p:cNvPr id="34866" name="Text Box 6">
                <a:extLst>
                  <a:ext uri="{FF2B5EF4-FFF2-40B4-BE49-F238E27FC236}">
                    <a16:creationId xmlns:a16="http://schemas.microsoft.com/office/drawing/2014/main" id="{CDB3CFC6-5FB3-004C-9CD1-61DC22824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7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14</a:t>
                </a:r>
              </a:p>
            </p:txBody>
          </p:sp>
          <p:sp>
            <p:nvSpPr>
              <p:cNvPr id="34867" name="Text Box 7">
                <a:extLst>
                  <a:ext uri="{FF2B5EF4-FFF2-40B4-BE49-F238E27FC236}">
                    <a16:creationId xmlns:a16="http://schemas.microsoft.com/office/drawing/2014/main" id="{DD1D0BA8-E345-5946-81A0-408FD5CEF3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22</a:t>
                </a:r>
              </a:p>
            </p:txBody>
          </p:sp>
        </p:grpSp>
        <p:grpSp>
          <p:nvGrpSpPr>
            <p:cNvPr id="34854" name="Group 8">
              <a:extLst>
                <a:ext uri="{FF2B5EF4-FFF2-40B4-BE49-F238E27FC236}">
                  <a16:creationId xmlns:a16="http://schemas.microsoft.com/office/drawing/2014/main" id="{38F7B682-F0F9-8945-81D8-1FF9C75C0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071"/>
              <a:ext cx="1536" cy="262"/>
              <a:chOff x="576" y="3071"/>
              <a:chExt cx="1536" cy="262"/>
            </a:xfrm>
          </p:grpSpPr>
          <p:sp>
            <p:nvSpPr>
              <p:cNvPr id="34860" name="Text Box 9">
                <a:extLst>
                  <a:ext uri="{FF2B5EF4-FFF2-40B4-BE49-F238E27FC236}">
                    <a16:creationId xmlns:a16="http://schemas.microsoft.com/office/drawing/2014/main" id="{35AB4249-047A-3B41-BC93-D3C120C56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4861" name="Text Box 10">
                <a:extLst>
                  <a:ext uri="{FF2B5EF4-FFF2-40B4-BE49-F238E27FC236}">
                    <a16:creationId xmlns:a16="http://schemas.microsoft.com/office/drawing/2014/main" id="{14B089BA-609A-0944-AAB3-466DF8A46B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4862" name="Text Box 11">
                <a:extLst>
                  <a:ext uri="{FF2B5EF4-FFF2-40B4-BE49-F238E27FC236}">
                    <a16:creationId xmlns:a16="http://schemas.microsoft.com/office/drawing/2014/main" id="{5EA2C194-A27E-7044-B327-D406435D48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15</a:t>
                </a:r>
              </a:p>
            </p:txBody>
          </p:sp>
          <p:sp>
            <p:nvSpPr>
              <p:cNvPr id="34863" name="Text Box 12">
                <a:extLst>
                  <a:ext uri="{FF2B5EF4-FFF2-40B4-BE49-F238E27FC236}">
                    <a16:creationId xmlns:a16="http://schemas.microsoft.com/office/drawing/2014/main" id="{CA390F1D-1F5C-C748-A3D3-DEEF2CDA2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AU" altLang="en-US" sz="2400">
                    <a:solidFill>
                      <a:schemeClr val="bg1"/>
                    </a:solidFill>
                  </a:rPr>
                  <a:t>28</a:t>
                </a:r>
              </a:p>
            </p:txBody>
          </p:sp>
        </p:grpSp>
        <p:sp>
          <p:nvSpPr>
            <p:cNvPr id="236557" name="Rectangle 13">
              <a:extLst>
                <a:ext uri="{FF2B5EF4-FFF2-40B4-BE49-F238E27FC236}">
                  <a16:creationId xmlns:a16="http://schemas.microsoft.com/office/drawing/2014/main" id="{79E630FD-8748-0141-B05E-DE2905FB7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2750"/>
              <a:ext cx="26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0" tIns="46038" rIns="0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itchFamily="49" charset="0"/>
                </a:rPr>
                <a:t>L:</a:t>
              </a:r>
            </a:p>
          </p:txBody>
        </p:sp>
        <p:sp>
          <p:nvSpPr>
            <p:cNvPr id="236558" name="Rectangle 14">
              <a:extLst>
                <a:ext uri="{FF2B5EF4-FFF2-40B4-BE49-F238E27FC236}">
                  <a16:creationId xmlns:a16="http://schemas.microsoft.com/office/drawing/2014/main" id="{A9B66648-EA41-D548-A139-ACBC0BC32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736"/>
              <a:ext cx="26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0" tIns="46038" rIns="0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itchFamily="49" charset="0"/>
                </a:rPr>
                <a:t>R:</a:t>
              </a:r>
            </a:p>
          </p:txBody>
        </p:sp>
        <p:sp>
          <p:nvSpPr>
            <p:cNvPr id="34857" name="AutoShape 15">
              <a:extLst>
                <a:ext uri="{FF2B5EF4-FFF2-40B4-BE49-F238E27FC236}">
                  <a16:creationId xmlns:a16="http://schemas.microsoft.com/office/drawing/2014/main" id="{AF2F99F9-F62A-FC4B-9913-9828407BA9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401296">
              <a:off x="2323" y="3268"/>
              <a:ext cx="115" cy="485"/>
            </a:xfrm>
            <a:prstGeom prst="upArrow">
              <a:avLst>
                <a:gd name="adj1" fmla="val 50000"/>
                <a:gd name="adj2" fmla="val 105435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560" name="Rectangle 16">
              <a:extLst>
                <a:ext uri="{FF2B5EF4-FFF2-40B4-BE49-F238E27FC236}">
                  <a16:creationId xmlns:a16="http://schemas.microsoft.com/office/drawing/2014/main" id="{9FADBBE4-B0C9-BC40-BE76-82CB305EC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3629"/>
              <a:ext cx="1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endParaRPr 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34859" name="AutoShape 17">
              <a:extLst>
                <a:ext uri="{FF2B5EF4-FFF2-40B4-BE49-F238E27FC236}">
                  <a16:creationId xmlns:a16="http://schemas.microsoft.com/office/drawing/2014/main" id="{8B508636-2DEC-764B-AD74-E7F45A6210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01296" flipH="1">
              <a:off x="2826" y="3236"/>
              <a:ext cx="140" cy="485"/>
            </a:xfrm>
            <a:prstGeom prst="upArrow">
              <a:avLst>
                <a:gd name="adj1" fmla="val 50000"/>
                <a:gd name="adj2" fmla="val 86607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4819" name="Group 18">
            <a:extLst>
              <a:ext uri="{FF2B5EF4-FFF2-40B4-BE49-F238E27FC236}">
                <a16:creationId xmlns:a16="http://schemas.microsoft.com/office/drawing/2014/main" id="{CC19C31D-A827-C142-94EB-3E1FC6816D96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2719391"/>
            <a:ext cx="4870450" cy="423863"/>
            <a:chOff x="894" y="1037"/>
            <a:chExt cx="3068" cy="267"/>
          </a:xfrm>
        </p:grpSpPr>
        <p:sp>
          <p:nvSpPr>
            <p:cNvPr id="34845" name="Text Box 19">
              <a:extLst>
                <a:ext uri="{FF2B5EF4-FFF2-40B4-BE49-F238E27FC236}">
                  <a16:creationId xmlns:a16="http://schemas.microsoft.com/office/drawing/2014/main" id="{8AE6620E-343C-6E45-AD4D-C6717622C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4846" name="Text Box 20">
              <a:extLst>
                <a:ext uri="{FF2B5EF4-FFF2-40B4-BE49-F238E27FC236}">
                  <a16:creationId xmlns:a16="http://schemas.microsoft.com/office/drawing/2014/main" id="{820324DD-A221-194C-A83E-30D42D5E6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4847" name="Text Box 21">
              <a:extLst>
                <a:ext uri="{FF2B5EF4-FFF2-40B4-BE49-F238E27FC236}">
                  <a16:creationId xmlns:a16="http://schemas.microsoft.com/office/drawing/2014/main" id="{47222EA8-C5F8-344A-86CC-CD15CED1A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4848" name="Text Box 22">
              <a:extLst>
                <a:ext uri="{FF2B5EF4-FFF2-40B4-BE49-F238E27FC236}">
                  <a16:creationId xmlns:a16="http://schemas.microsoft.com/office/drawing/2014/main" id="{D1427647-ADB4-F348-9E71-8AF689AF8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4849" name="Text Box 23">
              <a:extLst>
                <a:ext uri="{FF2B5EF4-FFF2-40B4-BE49-F238E27FC236}">
                  <a16:creationId xmlns:a16="http://schemas.microsoft.com/office/drawing/2014/main" id="{26BCB004-4B2C-BE46-A917-60F80956B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4850" name="Text Box 24">
              <a:extLst>
                <a:ext uri="{FF2B5EF4-FFF2-40B4-BE49-F238E27FC236}">
                  <a16:creationId xmlns:a16="http://schemas.microsoft.com/office/drawing/2014/main" id="{DEB3A5FD-FF0D-EC45-A0C2-6D407122C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4851" name="Text Box 25">
              <a:extLst>
                <a:ext uri="{FF2B5EF4-FFF2-40B4-BE49-F238E27FC236}">
                  <a16:creationId xmlns:a16="http://schemas.microsoft.com/office/drawing/2014/main" id="{077D3B36-D572-B242-98DB-0C370ED1F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4852" name="Text Box 26">
              <a:extLst>
                <a:ext uri="{FF2B5EF4-FFF2-40B4-BE49-F238E27FC236}">
                  <a16:creationId xmlns:a16="http://schemas.microsoft.com/office/drawing/2014/main" id="{51BA8617-DE46-C748-910E-B5B4A32BB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76804" name="Rectangle 27">
            <a:extLst>
              <a:ext uri="{FF2B5EF4-FFF2-40B4-BE49-F238E27FC236}">
                <a16:creationId xmlns:a16="http://schemas.microsoft.com/office/drawing/2014/main" id="{163113BA-DFDE-BD49-A0F5-84A6E1432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Merge-Sort: Merge Example</a:t>
            </a:r>
            <a:endParaRPr lang="en-A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6572" name="Rectangle 28">
            <a:extLst>
              <a:ext uri="{FF2B5EF4-FFF2-40B4-BE49-F238E27FC236}">
                <a16:creationId xmlns:a16="http://schemas.microsoft.com/office/drawing/2014/main" id="{AEB4B1C6-1A2A-EE4D-8C18-FCFC1EA06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2663826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grpSp>
        <p:nvGrpSpPr>
          <p:cNvPr id="34822" name="Group 29">
            <a:extLst>
              <a:ext uri="{FF2B5EF4-FFF2-40B4-BE49-F238E27FC236}">
                <a16:creationId xmlns:a16="http://schemas.microsoft.com/office/drawing/2014/main" id="{41D7AD0F-4252-E443-8D7A-7ED41DB535D4}"/>
              </a:ext>
            </a:extLst>
          </p:cNvPr>
          <p:cNvGrpSpPr>
            <a:grpSpLocks/>
          </p:cNvGrpSpPr>
          <p:nvPr/>
        </p:nvGrpSpPr>
        <p:grpSpPr bwMode="auto">
          <a:xfrm>
            <a:off x="3084513" y="1728791"/>
            <a:ext cx="4870450" cy="423863"/>
            <a:chOff x="894" y="1037"/>
            <a:chExt cx="3068" cy="267"/>
          </a:xfrm>
        </p:grpSpPr>
        <p:sp>
          <p:nvSpPr>
            <p:cNvPr id="34837" name="Text Box 30">
              <a:extLst>
                <a:ext uri="{FF2B5EF4-FFF2-40B4-BE49-F238E27FC236}">
                  <a16:creationId xmlns:a16="http://schemas.microsoft.com/office/drawing/2014/main" id="{BB40622B-FE96-BE49-BBFF-703889C97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4838" name="Text Box 31">
              <a:extLst>
                <a:ext uri="{FF2B5EF4-FFF2-40B4-BE49-F238E27FC236}">
                  <a16:creationId xmlns:a16="http://schemas.microsoft.com/office/drawing/2014/main" id="{100AC01A-6201-2D4A-BD49-15C6999C7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4839" name="Text Box 32">
              <a:extLst>
                <a:ext uri="{FF2B5EF4-FFF2-40B4-BE49-F238E27FC236}">
                  <a16:creationId xmlns:a16="http://schemas.microsoft.com/office/drawing/2014/main" id="{78411AC3-0D3E-DF41-BB96-F8A4D5076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4840" name="Text Box 33">
              <a:extLst>
                <a:ext uri="{FF2B5EF4-FFF2-40B4-BE49-F238E27FC236}">
                  <a16:creationId xmlns:a16="http://schemas.microsoft.com/office/drawing/2014/main" id="{7F10012E-0133-264F-A6CB-92A18179C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4841" name="Text Box 34">
              <a:extLst>
                <a:ext uri="{FF2B5EF4-FFF2-40B4-BE49-F238E27FC236}">
                  <a16:creationId xmlns:a16="http://schemas.microsoft.com/office/drawing/2014/main" id="{F0FDBCAE-547A-A547-A934-84C4015A0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4842" name="Text Box 35">
              <a:extLst>
                <a:ext uri="{FF2B5EF4-FFF2-40B4-BE49-F238E27FC236}">
                  <a16:creationId xmlns:a16="http://schemas.microsoft.com/office/drawing/2014/main" id="{609BE3E5-9D7E-3644-8757-229E80D15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4843" name="Text Box 36">
              <a:extLst>
                <a:ext uri="{FF2B5EF4-FFF2-40B4-BE49-F238E27FC236}">
                  <a16:creationId xmlns:a16="http://schemas.microsoft.com/office/drawing/2014/main" id="{BACB2D98-36D6-2541-B061-D68DFAFE9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4844" name="Text Box 37">
              <a:extLst>
                <a:ext uri="{FF2B5EF4-FFF2-40B4-BE49-F238E27FC236}">
                  <a16:creationId xmlns:a16="http://schemas.microsoft.com/office/drawing/2014/main" id="{6C623B2D-ECF7-C646-A595-21274E4DD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9D0A6619-112C-9A40-BE57-FAB7D49C89D1}"/>
              </a:ext>
            </a:extLst>
          </p:cNvPr>
          <p:cNvGrpSpPr>
            <a:grpSpLocks/>
          </p:cNvGrpSpPr>
          <p:nvPr/>
        </p:nvGrpSpPr>
        <p:grpSpPr bwMode="auto">
          <a:xfrm>
            <a:off x="3070225" y="1727198"/>
            <a:ext cx="2438400" cy="415925"/>
            <a:chOff x="968" y="1721"/>
            <a:chExt cx="1536" cy="262"/>
          </a:xfrm>
        </p:grpSpPr>
        <p:sp>
          <p:nvSpPr>
            <p:cNvPr id="34833" name="Text Box 39">
              <a:extLst>
                <a:ext uri="{FF2B5EF4-FFF2-40B4-BE49-F238E27FC236}">
                  <a16:creationId xmlns:a16="http://schemas.microsoft.com/office/drawing/2014/main" id="{F2D5FD3C-827A-3448-94C7-8FA9DC0D1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4834" name="Text Box 40">
              <a:extLst>
                <a:ext uri="{FF2B5EF4-FFF2-40B4-BE49-F238E27FC236}">
                  <a16:creationId xmlns:a16="http://schemas.microsoft.com/office/drawing/2014/main" id="{4B98ED91-5DD0-9C47-AEEF-95A6F4C44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4835" name="Text Box 41">
              <a:extLst>
                <a:ext uri="{FF2B5EF4-FFF2-40B4-BE49-F238E27FC236}">
                  <a16:creationId xmlns:a16="http://schemas.microsoft.com/office/drawing/2014/main" id="{40B533C7-39E0-E846-87AF-BDB6B02B5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34836" name="Text Box 42">
              <a:extLst>
                <a:ext uri="{FF2B5EF4-FFF2-40B4-BE49-F238E27FC236}">
                  <a16:creationId xmlns:a16="http://schemas.microsoft.com/office/drawing/2014/main" id="{F108D9EB-86C6-954D-8995-4E8408532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0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8" name="Group 43">
            <a:extLst>
              <a:ext uri="{FF2B5EF4-FFF2-40B4-BE49-F238E27FC236}">
                <a16:creationId xmlns:a16="http://schemas.microsoft.com/office/drawing/2014/main" id="{5CD3CA9B-18DD-8B47-8938-9FC47BD2D53A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727198"/>
            <a:ext cx="2438400" cy="415925"/>
            <a:chOff x="2504" y="1721"/>
            <a:chExt cx="1536" cy="262"/>
          </a:xfrm>
        </p:grpSpPr>
        <p:sp>
          <p:nvSpPr>
            <p:cNvPr id="34829" name="Text Box 44">
              <a:extLst>
                <a:ext uri="{FF2B5EF4-FFF2-40B4-BE49-F238E27FC236}">
                  <a16:creationId xmlns:a16="http://schemas.microsoft.com/office/drawing/2014/main" id="{E92E89F1-D019-E746-A6D1-C0A524C63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4830" name="Text Box 45">
              <a:extLst>
                <a:ext uri="{FF2B5EF4-FFF2-40B4-BE49-F238E27FC236}">
                  <a16:creationId xmlns:a16="http://schemas.microsoft.com/office/drawing/2014/main" id="{BAB7DE40-48A6-B54A-B573-88D07D53C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831" name="Text Box 46">
              <a:extLst>
                <a:ext uri="{FF2B5EF4-FFF2-40B4-BE49-F238E27FC236}">
                  <a16:creationId xmlns:a16="http://schemas.microsoft.com/office/drawing/2014/main" id="{7C427604-6DEC-2E4A-A140-0F63313B9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2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4832" name="Text Box 47">
              <a:extLst>
                <a:ext uri="{FF2B5EF4-FFF2-40B4-BE49-F238E27FC236}">
                  <a16:creationId xmlns:a16="http://schemas.microsoft.com/office/drawing/2014/main" id="{4D62CC18-601B-894C-8AA0-EE565A3EF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6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</p:grpSp>
      <p:sp>
        <p:nvSpPr>
          <p:cNvPr id="236592" name="Rectangle 48">
            <a:extLst>
              <a:ext uri="{FF2B5EF4-FFF2-40B4-BE49-F238E27FC236}">
                <a16:creationId xmlns:a16="http://schemas.microsoft.com/office/drawing/2014/main" id="{770A4C16-0A0A-FA40-BBD3-3AAD6513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1673226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  <p:sp>
        <p:nvSpPr>
          <p:cNvPr id="34826" name="Rectangle 49">
            <a:extLst>
              <a:ext uri="{FF2B5EF4-FFF2-40B4-BE49-F238E27FC236}">
                <a16:creationId xmlns:a16="http://schemas.microsoft.com/office/drawing/2014/main" id="{2260FDEF-745E-3944-B745-BFE355629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1465263"/>
            <a:ext cx="609600" cy="2333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low</a:t>
            </a:r>
          </a:p>
        </p:txBody>
      </p:sp>
      <p:sp>
        <p:nvSpPr>
          <p:cNvPr id="34827" name="Rectangle 50">
            <a:extLst>
              <a:ext uri="{FF2B5EF4-FFF2-40B4-BE49-F238E27FC236}">
                <a16:creationId xmlns:a16="http://schemas.microsoft.com/office/drawing/2014/main" id="{B087AAE2-3DE1-5E4D-8034-73915D776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1474788"/>
            <a:ext cx="609600" cy="2333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mid</a:t>
            </a:r>
          </a:p>
        </p:txBody>
      </p:sp>
      <p:sp>
        <p:nvSpPr>
          <p:cNvPr id="34828" name="Rectangle 51">
            <a:extLst>
              <a:ext uri="{FF2B5EF4-FFF2-40B4-BE49-F238E27FC236}">
                <a16:creationId xmlns:a16="http://schemas.microsoft.com/office/drawing/2014/main" id="{1A218E68-1BE5-0B44-AB87-D9D38C57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1441451"/>
            <a:ext cx="609600" cy="233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cs typeface="Arial" panose="020B0604020202020204" pitchFamily="34" charset="0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89771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3537 L -0.06962 0.31445 " pathEditMode="relative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3 0.01919 L 0.11406 0.317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8" y="148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7AAEBF0-BAEB-EB4F-BEB8-CAD54D3C1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4BCE8783-1022-594F-85EB-B9E968700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F1ECD2FC-1389-CD42-9D31-EDBCE85BD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A8952912-C399-5941-A6DA-E3C3FFD76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FCFB1D86-CA59-794A-A3FC-1FE211B8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48DEB9C0-7288-B64C-AB61-F284F0D48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6CC87EDC-5316-3F47-B44F-AB5D896C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47E5C2E6-57C0-024E-9E67-EC498524A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ACA978AB-7B16-804B-ACAF-65E66AEA5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38603" name="Rectangle 11">
            <a:extLst>
              <a:ext uri="{FF2B5EF4-FFF2-40B4-BE49-F238E27FC236}">
                <a16:creationId xmlns:a16="http://schemas.microsoft.com/office/drawing/2014/main" id="{93D99EDB-4450-2845-8D0C-50ED153E2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38604" name="Rectangle 12">
            <a:extLst>
              <a:ext uri="{FF2B5EF4-FFF2-40B4-BE49-F238E27FC236}">
                <a16:creationId xmlns:a16="http://schemas.microsoft.com/office/drawing/2014/main" id="{92980E8F-7287-A94B-A287-C1CB679FC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1F64BAAC-604B-934C-AFEC-5FFA3FCC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90837F0E-C2FF-0D40-9A28-EFF12B398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57A05020-3ACE-F44D-AB8F-1EF451CD0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5856" name="Text Box 16">
            <a:extLst>
              <a:ext uri="{FF2B5EF4-FFF2-40B4-BE49-F238E27FC236}">
                <a16:creationId xmlns:a16="http://schemas.microsoft.com/office/drawing/2014/main" id="{0CC5096E-1A34-5245-9F87-6A9564415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5857" name="Text Box 17">
            <a:extLst>
              <a:ext uri="{FF2B5EF4-FFF2-40B4-BE49-F238E27FC236}">
                <a16:creationId xmlns:a16="http://schemas.microsoft.com/office/drawing/2014/main" id="{E805E3E1-DF1F-CC47-99E4-D33B3FA93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5858" name="Text Box 18">
            <a:extLst>
              <a:ext uri="{FF2B5EF4-FFF2-40B4-BE49-F238E27FC236}">
                <a16:creationId xmlns:a16="http://schemas.microsoft.com/office/drawing/2014/main" id="{C3EE2A4C-1483-044B-9E23-110D88B91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5859" name="Text Box 19">
            <a:extLst>
              <a:ext uri="{FF2B5EF4-FFF2-40B4-BE49-F238E27FC236}">
                <a16:creationId xmlns:a16="http://schemas.microsoft.com/office/drawing/2014/main" id="{B833AAF3-6863-F243-BCB5-116443259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5860" name="Text Box 20">
            <a:extLst>
              <a:ext uri="{FF2B5EF4-FFF2-40B4-BE49-F238E27FC236}">
                <a16:creationId xmlns:a16="http://schemas.microsoft.com/office/drawing/2014/main" id="{DED15A64-E1C4-C341-B03E-F6D5740A3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38613" name="Rectangle 21">
            <a:extLst>
              <a:ext uri="{FF2B5EF4-FFF2-40B4-BE49-F238E27FC236}">
                <a16:creationId xmlns:a16="http://schemas.microsoft.com/office/drawing/2014/main" id="{BF242EFA-5F02-C84B-A389-9902428E9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35862" name="Text Box 22">
            <a:extLst>
              <a:ext uri="{FF2B5EF4-FFF2-40B4-BE49-F238E27FC236}">
                <a16:creationId xmlns:a16="http://schemas.microsoft.com/office/drawing/2014/main" id="{CB560B04-E7A3-8A4C-9F5E-FD9F3314F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5797550"/>
            <a:ext cx="438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009900"/>
                </a:solidFill>
              </a:rPr>
              <a:t>i=low</a:t>
            </a:r>
          </a:p>
        </p:txBody>
      </p:sp>
      <p:sp>
        <p:nvSpPr>
          <p:cNvPr id="35863" name="Text Box 23">
            <a:extLst>
              <a:ext uri="{FF2B5EF4-FFF2-40B4-BE49-F238E27FC236}">
                <a16:creationId xmlns:a16="http://schemas.microsoft.com/office/drawing/2014/main" id="{A39576CC-CAA7-A243-9648-055133F31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1" y="5818189"/>
            <a:ext cx="7858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FF0000"/>
                </a:solidFill>
              </a:rPr>
              <a:t>j=mid+1</a:t>
            </a:r>
          </a:p>
        </p:txBody>
      </p:sp>
      <p:sp>
        <p:nvSpPr>
          <p:cNvPr id="35864" name="Text Box 24">
            <a:extLst>
              <a:ext uri="{FF2B5EF4-FFF2-40B4-BE49-F238E27FC236}">
                <a16:creationId xmlns:a16="http://schemas.microsoft.com/office/drawing/2014/main" id="{AB7071A9-C6AE-1540-BF5C-83DA7674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3403600"/>
            <a:ext cx="742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b="1">
                <a:solidFill>
                  <a:srgbClr val="0000FF"/>
                </a:solidFill>
              </a:rPr>
              <a:t>k=low</a:t>
            </a:r>
          </a:p>
        </p:txBody>
      </p:sp>
      <p:sp>
        <p:nvSpPr>
          <p:cNvPr id="35865" name="Text Box 25">
            <a:extLst>
              <a:ext uri="{FF2B5EF4-FFF2-40B4-BE49-F238E27FC236}">
                <a16:creationId xmlns:a16="http://schemas.microsoft.com/office/drawing/2014/main" id="{B5C2438A-10B5-6E41-8EB0-C2E03C897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866" name="Text Box 26">
            <a:extLst>
              <a:ext uri="{FF2B5EF4-FFF2-40B4-BE49-F238E27FC236}">
                <a16:creationId xmlns:a16="http://schemas.microsoft.com/office/drawing/2014/main" id="{42BF193E-F80F-8E4E-A5DD-5F9216680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867" name="Text Box 27">
            <a:extLst>
              <a:ext uri="{FF2B5EF4-FFF2-40B4-BE49-F238E27FC236}">
                <a16:creationId xmlns:a16="http://schemas.microsoft.com/office/drawing/2014/main" id="{1F1AF378-4CA3-404D-91F3-CBDEC6984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5868" name="Text Box 28">
            <a:extLst>
              <a:ext uri="{FF2B5EF4-FFF2-40B4-BE49-F238E27FC236}">
                <a16:creationId xmlns:a16="http://schemas.microsoft.com/office/drawing/2014/main" id="{937EF3A6-52F3-9A4F-8326-6651DE4CB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5869" name="Text Box 29">
            <a:extLst>
              <a:ext uri="{FF2B5EF4-FFF2-40B4-BE49-F238E27FC236}">
                <a16:creationId xmlns:a16="http://schemas.microsoft.com/office/drawing/2014/main" id="{F05C62CD-CA3A-264E-8E9A-C76DC42D5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5870" name="Text Box 30">
            <a:extLst>
              <a:ext uri="{FF2B5EF4-FFF2-40B4-BE49-F238E27FC236}">
                <a16:creationId xmlns:a16="http://schemas.microsoft.com/office/drawing/2014/main" id="{6BE0F3A9-4433-0E4B-8365-5AB9990D8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5871" name="Text Box 31">
            <a:extLst>
              <a:ext uri="{FF2B5EF4-FFF2-40B4-BE49-F238E27FC236}">
                <a16:creationId xmlns:a16="http://schemas.microsoft.com/office/drawing/2014/main" id="{4BF00FC5-F9A0-744D-AF9F-22FC3378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5872" name="Text Box 32">
            <a:extLst>
              <a:ext uri="{FF2B5EF4-FFF2-40B4-BE49-F238E27FC236}">
                <a16:creationId xmlns:a16="http://schemas.microsoft.com/office/drawing/2014/main" id="{90791199-1E89-B845-9971-F664B2D09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5873" name="Text Box 33">
            <a:extLst>
              <a:ext uri="{FF2B5EF4-FFF2-40B4-BE49-F238E27FC236}">
                <a16:creationId xmlns:a16="http://schemas.microsoft.com/office/drawing/2014/main" id="{DF7D3FE1-E50C-3343-813B-2C6B76D17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2731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38626" name="Text Box 34">
            <a:extLst>
              <a:ext uri="{FF2B5EF4-FFF2-40B4-BE49-F238E27FC236}">
                <a16:creationId xmlns:a16="http://schemas.microsoft.com/office/drawing/2014/main" id="{EAD05F63-50B9-F34A-BAE9-222D0634E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038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5875" name="AutoShape 35">
            <a:extLst>
              <a:ext uri="{FF2B5EF4-FFF2-40B4-BE49-F238E27FC236}">
                <a16:creationId xmlns:a16="http://schemas.microsoft.com/office/drawing/2014/main" id="{684EEE9E-224D-4446-AFC7-22473A73B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1" y="5384801"/>
            <a:ext cx="233363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76" name="AutoShape 36">
            <a:extLst>
              <a:ext uri="{FF2B5EF4-FFF2-40B4-BE49-F238E27FC236}">
                <a16:creationId xmlns:a16="http://schemas.microsoft.com/office/drawing/2014/main" id="{3A6F4C5A-CC4B-6848-A7B2-EFC9BD432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4" y="5384800"/>
            <a:ext cx="231775" cy="420688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77" name="AutoShape 37">
            <a:extLst>
              <a:ext uri="{FF2B5EF4-FFF2-40B4-BE49-F238E27FC236}">
                <a16:creationId xmlns:a16="http://schemas.microsoft.com/office/drawing/2014/main" id="{841D05F9-C2FC-E14D-9BD0-954BA5800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1" y="3092451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5878" name="Group 38">
            <a:extLst>
              <a:ext uri="{FF2B5EF4-FFF2-40B4-BE49-F238E27FC236}">
                <a16:creationId xmlns:a16="http://schemas.microsoft.com/office/drawing/2014/main" id="{8ADCB81F-C033-9F4D-8863-BBDF6735A10C}"/>
              </a:ext>
            </a:extLst>
          </p:cNvPr>
          <p:cNvGrpSpPr>
            <a:grpSpLocks/>
          </p:cNvGrpSpPr>
          <p:nvPr/>
        </p:nvGrpSpPr>
        <p:grpSpPr bwMode="auto">
          <a:xfrm>
            <a:off x="2989263" y="1576391"/>
            <a:ext cx="4870450" cy="423863"/>
            <a:chOff x="894" y="1037"/>
            <a:chExt cx="3068" cy="267"/>
          </a:xfrm>
        </p:grpSpPr>
        <p:sp>
          <p:nvSpPr>
            <p:cNvPr id="35880" name="Text Box 39">
              <a:extLst>
                <a:ext uri="{FF2B5EF4-FFF2-40B4-BE49-F238E27FC236}">
                  <a16:creationId xmlns:a16="http://schemas.microsoft.com/office/drawing/2014/main" id="{E040009F-67E9-294C-928D-A02AA631F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5881" name="Text Box 40">
              <a:extLst>
                <a:ext uri="{FF2B5EF4-FFF2-40B4-BE49-F238E27FC236}">
                  <a16:creationId xmlns:a16="http://schemas.microsoft.com/office/drawing/2014/main" id="{15C25632-BC44-C148-963D-09F2A7D73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5882" name="Text Box 41">
              <a:extLst>
                <a:ext uri="{FF2B5EF4-FFF2-40B4-BE49-F238E27FC236}">
                  <a16:creationId xmlns:a16="http://schemas.microsoft.com/office/drawing/2014/main" id="{40812B33-1C78-1544-A9D3-4AA36E72B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5883" name="Text Box 42">
              <a:extLst>
                <a:ext uri="{FF2B5EF4-FFF2-40B4-BE49-F238E27FC236}">
                  <a16:creationId xmlns:a16="http://schemas.microsoft.com/office/drawing/2014/main" id="{BBD5FE43-BF7A-E743-96CC-726A2DC02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5884" name="Text Box 43">
              <a:extLst>
                <a:ext uri="{FF2B5EF4-FFF2-40B4-BE49-F238E27FC236}">
                  <a16:creationId xmlns:a16="http://schemas.microsoft.com/office/drawing/2014/main" id="{D0DA0505-BE41-E54B-B621-89D595604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5885" name="Text Box 44">
              <a:extLst>
                <a:ext uri="{FF2B5EF4-FFF2-40B4-BE49-F238E27FC236}">
                  <a16:creationId xmlns:a16="http://schemas.microsoft.com/office/drawing/2014/main" id="{364F9872-6961-F34F-AC6E-F7B090B47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5886" name="Text Box 45">
              <a:extLst>
                <a:ext uri="{FF2B5EF4-FFF2-40B4-BE49-F238E27FC236}">
                  <a16:creationId xmlns:a16="http://schemas.microsoft.com/office/drawing/2014/main" id="{9F692D42-40D1-904E-B389-EEDF41933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5887" name="Text Box 46">
              <a:extLst>
                <a:ext uri="{FF2B5EF4-FFF2-40B4-BE49-F238E27FC236}">
                  <a16:creationId xmlns:a16="http://schemas.microsoft.com/office/drawing/2014/main" id="{5B71B692-10C2-074C-B714-11018D0E6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38639" name="Rectangle 47">
            <a:extLst>
              <a:ext uri="{FF2B5EF4-FFF2-40B4-BE49-F238E27FC236}">
                <a16:creationId xmlns:a16="http://schemas.microsoft.com/office/drawing/2014/main" id="{889F9503-A9C9-3445-B2A4-ED7101BA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16017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416670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0C6D86C-74CD-3C40-8E6B-71E03DC2E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3C167496-5535-B44F-A175-B4235FE38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B79EA3D3-54EC-4142-A9AD-DFB356105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E8F7EE37-3E68-0042-96CD-9C1F8384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C43C98CA-CC12-2940-BB0A-CB675C19A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BA9C57CE-507C-594E-8056-51E7CEFF7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FE240A3C-1623-D04C-B9F0-614D01226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98C4100E-E22A-F44F-A1FB-66EB208BD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6874" name="Text Box 10">
            <a:extLst>
              <a:ext uri="{FF2B5EF4-FFF2-40B4-BE49-F238E27FC236}">
                <a16:creationId xmlns:a16="http://schemas.microsoft.com/office/drawing/2014/main" id="{E521C370-675A-3B4F-BBF0-3B3BE806A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0651" name="Rectangle 11">
            <a:extLst>
              <a:ext uri="{FF2B5EF4-FFF2-40B4-BE49-F238E27FC236}">
                <a16:creationId xmlns:a16="http://schemas.microsoft.com/office/drawing/2014/main" id="{3ED1CE32-5D2B-BB46-83F4-FA3B97C49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40652" name="Rectangle 12">
            <a:extLst>
              <a:ext uri="{FF2B5EF4-FFF2-40B4-BE49-F238E27FC236}">
                <a16:creationId xmlns:a16="http://schemas.microsoft.com/office/drawing/2014/main" id="{FEDBCB8C-4E49-4840-9E62-420E8DD9A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36877" name="Text Box 13">
            <a:extLst>
              <a:ext uri="{FF2B5EF4-FFF2-40B4-BE49-F238E27FC236}">
                <a16:creationId xmlns:a16="http://schemas.microsoft.com/office/drawing/2014/main" id="{24919C4D-E9B9-904C-B2AA-EE43AA5E4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92AA8062-9C43-7347-B02F-79B85ECE1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879" name="Text Box 15">
            <a:extLst>
              <a:ext uri="{FF2B5EF4-FFF2-40B4-BE49-F238E27FC236}">
                <a16:creationId xmlns:a16="http://schemas.microsoft.com/office/drawing/2014/main" id="{B2FD455E-2EA2-8646-98DA-CCD5BD3A8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6880" name="Text Box 16">
            <a:extLst>
              <a:ext uri="{FF2B5EF4-FFF2-40B4-BE49-F238E27FC236}">
                <a16:creationId xmlns:a16="http://schemas.microsoft.com/office/drawing/2014/main" id="{AAE8199C-7B80-3042-9533-579E60E12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6881" name="Text Box 17">
            <a:extLst>
              <a:ext uri="{FF2B5EF4-FFF2-40B4-BE49-F238E27FC236}">
                <a16:creationId xmlns:a16="http://schemas.microsoft.com/office/drawing/2014/main" id="{A52E018A-6F31-974E-A4BA-DCF6A2390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6882" name="Text Box 18">
            <a:extLst>
              <a:ext uri="{FF2B5EF4-FFF2-40B4-BE49-F238E27FC236}">
                <a16:creationId xmlns:a16="http://schemas.microsoft.com/office/drawing/2014/main" id="{CD45DF54-DD75-994C-B679-FF3BF4EDE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6883" name="Text Box 19">
            <a:extLst>
              <a:ext uri="{FF2B5EF4-FFF2-40B4-BE49-F238E27FC236}">
                <a16:creationId xmlns:a16="http://schemas.microsoft.com/office/drawing/2014/main" id="{3DD34D26-889B-DA41-93CA-BAA9C0405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6884" name="Text Box 20">
            <a:extLst>
              <a:ext uri="{FF2B5EF4-FFF2-40B4-BE49-F238E27FC236}">
                <a16:creationId xmlns:a16="http://schemas.microsoft.com/office/drawing/2014/main" id="{6A95FCA1-B417-A348-B24C-F10276EEB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40661" name="Rectangle 21">
            <a:extLst>
              <a:ext uri="{FF2B5EF4-FFF2-40B4-BE49-F238E27FC236}">
                <a16:creationId xmlns:a16="http://schemas.microsoft.com/office/drawing/2014/main" id="{BA15D629-1F63-7440-B1E1-86FF05C5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36886" name="Text Box 22">
            <a:extLst>
              <a:ext uri="{FF2B5EF4-FFF2-40B4-BE49-F238E27FC236}">
                <a16:creationId xmlns:a16="http://schemas.microsoft.com/office/drawing/2014/main" id="{3A81C025-D1D3-6146-A299-A678047D3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34178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6887" name="Text Box 23">
            <a:extLst>
              <a:ext uri="{FF2B5EF4-FFF2-40B4-BE49-F238E27FC236}">
                <a16:creationId xmlns:a16="http://schemas.microsoft.com/office/drawing/2014/main" id="{C5951DBA-E227-8B41-9392-E2BC5D8FC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888" name="Text Box 24">
            <a:extLst>
              <a:ext uri="{FF2B5EF4-FFF2-40B4-BE49-F238E27FC236}">
                <a16:creationId xmlns:a16="http://schemas.microsoft.com/office/drawing/2014/main" id="{7F618EE0-C52F-E14E-9C9B-10B474C00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6889" name="Text Box 25">
            <a:extLst>
              <a:ext uri="{FF2B5EF4-FFF2-40B4-BE49-F238E27FC236}">
                <a16:creationId xmlns:a16="http://schemas.microsoft.com/office/drawing/2014/main" id="{DC6BC3B4-9016-5543-9309-C7FED6580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890" name="Text Box 26">
            <a:extLst>
              <a:ext uri="{FF2B5EF4-FFF2-40B4-BE49-F238E27FC236}">
                <a16:creationId xmlns:a16="http://schemas.microsoft.com/office/drawing/2014/main" id="{CDCEDFB9-4FEA-F14C-BF01-CBD642897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6891" name="Text Box 27">
            <a:extLst>
              <a:ext uri="{FF2B5EF4-FFF2-40B4-BE49-F238E27FC236}">
                <a16:creationId xmlns:a16="http://schemas.microsoft.com/office/drawing/2014/main" id="{188F2D61-E0F8-C44C-B242-4A8800B80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6892" name="Text Box 28">
            <a:extLst>
              <a:ext uri="{FF2B5EF4-FFF2-40B4-BE49-F238E27FC236}">
                <a16:creationId xmlns:a16="http://schemas.microsoft.com/office/drawing/2014/main" id="{43494BE0-4876-9046-91A3-338D39B43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6893" name="Text Box 29">
            <a:extLst>
              <a:ext uri="{FF2B5EF4-FFF2-40B4-BE49-F238E27FC236}">
                <a16:creationId xmlns:a16="http://schemas.microsoft.com/office/drawing/2014/main" id="{EE23FDE5-BDAA-AB43-A5F7-47B0E9A97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894" name="Text Box 30">
            <a:extLst>
              <a:ext uri="{FF2B5EF4-FFF2-40B4-BE49-F238E27FC236}">
                <a16:creationId xmlns:a16="http://schemas.microsoft.com/office/drawing/2014/main" id="{74ED8D84-0805-904E-8684-10645F640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D6388701-7587-3F46-829D-3B0AB8E66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175" y="263366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40672" name="Text Box 32">
            <a:extLst>
              <a:ext uri="{FF2B5EF4-FFF2-40B4-BE49-F238E27FC236}">
                <a16:creationId xmlns:a16="http://schemas.microsoft.com/office/drawing/2014/main" id="{8EDD314F-083B-254F-9824-DEE15832B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897" name="AutoShape 33">
            <a:extLst>
              <a:ext uri="{FF2B5EF4-FFF2-40B4-BE49-F238E27FC236}">
                <a16:creationId xmlns:a16="http://schemas.microsoft.com/office/drawing/2014/main" id="{99BEF1F6-DDC8-5A40-A8D2-EB3784B6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3106738"/>
            <a:ext cx="188913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98" name="Text Box 34">
            <a:extLst>
              <a:ext uri="{FF2B5EF4-FFF2-40B4-BE49-F238E27FC236}">
                <a16:creationId xmlns:a16="http://schemas.microsoft.com/office/drawing/2014/main" id="{41D7262B-FF8E-554A-BB57-DFD82D126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579755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36899" name="AutoShape 35">
            <a:extLst>
              <a:ext uri="{FF2B5EF4-FFF2-40B4-BE49-F238E27FC236}">
                <a16:creationId xmlns:a16="http://schemas.microsoft.com/office/drawing/2014/main" id="{3AEAB308-89E3-FC43-9B37-9B00CC5F1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1" y="5384801"/>
            <a:ext cx="233363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900" name="Text Box 36">
            <a:extLst>
              <a:ext uri="{FF2B5EF4-FFF2-40B4-BE49-F238E27FC236}">
                <a16:creationId xmlns:a16="http://schemas.microsoft.com/office/drawing/2014/main" id="{7D7EBBF7-A140-2F4E-A93A-3897E4A47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36901" name="AutoShape 37">
            <a:extLst>
              <a:ext uri="{FF2B5EF4-FFF2-40B4-BE49-F238E27FC236}">
                <a16:creationId xmlns:a16="http://schemas.microsoft.com/office/drawing/2014/main" id="{BE85079A-4481-844A-B82A-63EA6C96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6902" name="Group 38">
            <a:extLst>
              <a:ext uri="{FF2B5EF4-FFF2-40B4-BE49-F238E27FC236}">
                <a16:creationId xmlns:a16="http://schemas.microsoft.com/office/drawing/2014/main" id="{5027A17F-A089-464E-8770-510E0746F845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36904" name="Text Box 39">
              <a:extLst>
                <a:ext uri="{FF2B5EF4-FFF2-40B4-BE49-F238E27FC236}">
                  <a16:creationId xmlns:a16="http://schemas.microsoft.com/office/drawing/2014/main" id="{E9C96660-B43E-F145-BDF8-09D232904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6905" name="Text Box 40">
              <a:extLst>
                <a:ext uri="{FF2B5EF4-FFF2-40B4-BE49-F238E27FC236}">
                  <a16:creationId xmlns:a16="http://schemas.microsoft.com/office/drawing/2014/main" id="{5AAECCB2-FE2E-5E48-AD9B-22C756FEA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6906" name="Text Box 41">
              <a:extLst>
                <a:ext uri="{FF2B5EF4-FFF2-40B4-BE49-F238E27FC236}">
                  <a16:creationId xmlns:a16="http://schemas.microsoft.com/office/drawing/2014/main" id="{954201CD-3498-0047-9C27-FDCE9B0BD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6907" name="Text Box 42">
              <a:extLst>
                <a:ext uri="{FF2B5EF4-FFF2-40B4-BE49-F238E27FC236}">
                  <a16:creationId xmlns:a16="http://schemas.microsoft.com/office/drawing/2014/main" id="{25EFC5E6-7E74-AD44-AEFA-95F425C79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6908" name="Text Box 43">
              <a:extLst>
                <a:ext uri="{FF2B5EF4-FFF2-40B4-BE49-F238E27FC236}">
                  <a16:creationId xmlns:a16="http://schemas.microsoft.com/office/drawing/2014/main" id="{0BB6CEDB-5F10-9848-91BD-9F39FEEE6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6909" name="Text Box 44">
              <a:extLst>
                <a:ext uri="{FF2B5EF4-FFF2-40B4-BE49-F238E27FC236}">
                  <a16:creationId xmlns:a16="http://schemas.microsoft.com/office/drawing/2014/main" id="{5A144A47-9ED6-E44F-AB7E-A01F39E24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6910" name="Text Box 45">
              <a:extLst>
                <a:ext uri="{FF2B5EF4-FFF2-40B4-BE49-F238E27FC236}">
                  <a16:creationId xmlns:a16="http://schemas.microsoft.com/office/drawing/2014/main" id="{E997C04C-FA75-6340-89D2-B7E9DEA85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6911" name="Text Box 46">
              <a:extLst>
                <a:ext uri="{FF2B5EF4-FFF2-40B4-BE49-F238E27FC236}">
                  <a16:creationId xmlns:a16="http://schemas.microsoft.com/office/drawing/2014/main" id="{C9E1FAD5-086F-8542-9B92-3F8A159BF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40687" name="Rectangle 47">
            <a:extLst>
              <a:ext uri="{FF2B5EF4-FFF2-40B4-BE49-F238E27FC236}">
                <a16:creationId xmlns:a16="http://schemas.microsoft.com/office/drawing/2014/main" id="{A2657FEB-89D4-154A-9777-5782BBD4A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420034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69DE4F8-59A1-9F44-85AC-6D87464E06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3A7E85A1-6002-AB4A-993D-2F69C7117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EEEA1FB2-FBC4-E04E-B016-64F332C7C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8E3AA5B2-5D6C-FD4A-8613-CA4887312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4841CC2D-35CA-8542-A523-2534347D3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7BCE89D9-8492-2745-BA1C-A6A7C0D92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F46851C8-94E3-2242-9235-7E18D91E8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6CE2FB63-3245-A840-8659-8BE1CB53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B66ABE5C-1E37-9240-84B9-D9E96A43E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2699" name="Rectangle 11">
            <a:extLst>
              <a:ext uri="{FF2B5EF4-FFF2-40B4-BE49-F238E27FC236}">
                <a16:creationId xmlns:a16="http://schemas.microsoft.com/office/drawing/2014/main" id="{4F20AAAB-CAA4-AC43-A2E7-F28282492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42700" name="Rectangle 12">
            <a:extLst>
              <a:ext uri="{FF2B5EF4-FFF2-40B4-BE49-F238E27FC236}">
                <a16:creationId xmlns:a16="http://schemas.microsoft.com/office/drawing/2014/main" id="{41D348BB-B453-BB4F-A23D-AC967A82F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087FB062-B170-B64E-8157-B34A3044D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DF4D0E71-B194-DF42-93F1-92D63E006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7903" name="Text Box 15">
            <a:extLst>
              <a:ext uri="{FF2B5EF4-FFF2-40B4-BE49-F238E27FC236}">
                <a16:creationId xmlns:a16="http://schemas.microsoft.com/office/drawing/2014/main" id="{C3A00A6D-E893-C741-920E-BCE56CB72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1BEA2DD7-9296-FC42-8BBC-20B4CE161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42705" name="Rectangle 17">
            <a:extLst>
              <a:ext uri="{FF2B5EF4-FFF2-40B4-BE49-F238E27FC236}">
                <a16:creationId xmlns:a16="http://schemas.microsoft.com/office/drawing/2014/main" id="{C6B86E11-10A0-ED4B-9543-1B0FC101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81B0CABE-25FA-6C4E-B4F4-F87553229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3" y="579755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FF873C96-5DAC-4B4A-BF81-439863BA0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3359151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7908" name="Text Box 20">
            <a:extLst>
              <a:ext uri="{FF2B5EF4-FFF2-40B4-BE49-F238E27FC236}">
                <a16:creationId xmlns:a16="http://schemas.microsoft.com/office/drawing/2014/main" id="{401630CB-26C1-9D41-954C-1CA5F3C84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014D1453-4509-7241-AC99-0000AD01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3C1DE245-2841-CD44-AC81-ADC5B09C7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7911" name="Text Box 23">
            <a:extLst>
              <a:ext uri="{FF2B5EF4-FFF2-40B4-BE49-F238E27FC236}">
                <a16:creationId xmlns:a16="http://schemas.microsoft.com/office/drawing/2014/main" id="{826DD11B-E3B4-5A4F-9A5D-6BB814E98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D2581DED-8FE5-0344-BE3B-148A28D72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913" name="Text Box 25">
            <a:extLst>
              <a:ext uri="{FF2B5EF4-FFF2-40B4-BE49-F238E27FC236}">
                <a16:creationId xmlns:a16="http://schemas.microsoft.com/office/drawing/2014/main" id="{4CBBABB5-C5B5-A94D-9F0A-CE0A94F02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7914" name="Text Box 26">
            <a:extLst>
              <a:ext uri="{FF2B5EF4-FFF2-40B4-BE49-F238E27FC236}">
                <a16:creationId xmlns:a16="http://schemas.microsoft.com/office/drawing/2014/main" id="{F547B9BE-656A-CD44-8AA3-5DA43A949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7915" name="Text Box 27">
            <a:extLst>
              <a:ext uri="{FF2B5EF4-FFF2-40B4-BE49-F238E27FC236}">
                <a16:creationId xmlns:a16="http://schemas.microsoft.com/office/drawing/2014/main" id="{BEF1C06A-1CC7-514D-8C02-1D06F91B1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7916" name="Text Box 28">
            <a:extLst>
              <a:ext uri="{FF2B5EF4-FFF2-40B4-BE49-F238E27FC236}">
                <a16:creationId xmlns:a16="http://schemas.microsoft.com/office/drawing/2014/main" id="{44D0B953-E31E-BC42-8B6A-B76E7F78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366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37917" name="AutoShape 29">
            <a:extLst>
              <a:ext uri="{FF2B5EF4-FFF2-40B4-BE49-F238E27FC236}">
                <a16:creationId xmlns:a16="http://schemas.microsoft.com/office/drawing/2014/main" id="{45BD36E4-7D02-5941-8F74-35EC51F9F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5341938"/>
            <a:ext cx="233362" cy="449262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918" name="AutoShape 30">
            <a:extLst>
              <a:ext uri="{FF2B5EF4-FFF2-40B4-BE49-F238E27FC236}">
                <a16:creationId xmlns:a16="http://schemas.microsoft.com/office/drawing/2014/main" id="{B6B28FFE-27A8-8040-9C2F-BFEBE4C92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063876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2719" name="Text Box 31">
            <a:extLst>
              <a:ext uri="{FF2B5EF4-FFF2-40B4-BE49-F238E27FC236}">
                <a16:creationId xmlns:a16="http://schemas.microsoft.com/office/drawing/2014/main" id="{2DB35F19-B6DC-E84D-AF94-7EC33F282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7920" name="Text Box 32">
            <a:extLst>
              <a:ext uri="{FF2B5EF4-FFF2-40B4-BE49-F238E27FC236}">
                <a16:creationId xmlns:a16="http://schemas.microsoft.com/office/drawing/2014/main" id="{D87686E0-6662-A640-B394-6BFA3120C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37921" name="AutoShape 33">
            <a:extLst>
              <a:ext uri="{FF2B5EF4-FFF2-40B4-BE49-F238E27FC236}">
                <a16:creationId xmlns:a16="http://schemas.microsoft.com/office/drawing/2014/main" id="{18A67F18-C79B-894D-A5E1-A0BC54BD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A4EF1149-9B33-DD49-996F-E05A1F9168BF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37924" name="Text Box 35">
              <a:extLst>
                <a:ext uri="{FF2B5EF4-FFF2-40B4-BE49-F238E27FC236}">
                  <a16:creationId xmlns:a16="http://schemas.microsoft.com/office/drawing/2014/main" id="{D0856B54-9598-5041-948A-403D19AAA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7925" name="Text Box 36">
              <a:extLst>
                <a:ext uri="{FF2B5EF4-FFF2-40B4-BE49-F238E27FC236}">
                  <a16:creationId xmlns:a16="http://schemas.microsoft.com/office/drawing/2014/main" id="{F02F730D-FA9D-564B-9424-ECC0E46E4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7926" name="Text Box 37">
              <a:extLst>
                <a:ext uri="{FF2B5EF4-FFF2-40B4-BE49-F238E27FC236}">
                  <a16:creationId xmlns:a16="http://schemas.microsoft.com/office/drawing/2014/main" id="{163F2231-0439-4A48-BB8F-2B522F8B4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7927" name="Text Box 38">
              <a:extLst>
                <a:ext uri="{FF2B5EF4-FFF2-40B4-BE49-F238E27FC236}">
                  <a16:creationId xmlns:a16="http://schemas.microsoft.com/office/drawing/2014/main" id="{09CDDD00-F2E8-284A-8402-0FE193665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7928" name="Text Box 39">
              <a:extLst>
                <a:ext uri="{FF2B5EF4-FFF2-40B4-BE49-F238E27FC236}">
                  <a16:creationId xmlns:a16="http://schemas.microsoft.com/office/drawing/2014/main" id="{D865BD79-8C0D-014E-BD77-F8F5ED730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7929" name="Text Box 40">
              <a:extLst>
                <a:ext uri="{FF2B5EF4-FFF2-40B4-BE49-F238E27FC236}">
                  <a16:creationId xmlns:a16="http://schemas.microsoft.com/office/drawing/2014/main" id="{F1073314-BA39-244B-BF69-7B3CD4F51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7930" name="Text Box 41">
              <a:extLst>
                <a:ext uri="{FF2B5EF4-FFF2-40B4-BE49-F238E27FC236}">
                  <a16:creationId xmlns:a16="http://schemas.microsoft.com/office/drawing/2014/main" id="{0863A8C1-7208-4F40-882A-D269BFF8B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7931" name="Text Box 42">
              <a:extLst>
                <a:ext uri="{FF2B5EF4-FFF2-40B4-BE49-F238E27FC236}">
                  <a16:creationId xmlns:a16="http://schemas.microsoft.com/office/drawing/2014/main" id="{77F1C05F-4F29-024F-B330-E30252B8B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42731" name="Rectangle 43">
            <a:extLst>
              <a:ext uri="{FF2B5EF4-FFF2-40B4-BE49-F238E27FC236}">
                <a16:creationId xmlns:a16="http://schemas.microsoft.com/office/drawing/2014/main" id="{4B9D8DBB-227E-CB4D-B96B-F94F42CD9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79166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ACB7E67-C0DE-484E-ACC2-68E25BD51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0195BDE9-C7D0-D64C-A293-F2ED8CE0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7D094C9E-8F39-A945-9778-67B485820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3FD9B8BD-05E8-E14E-9CB9-C3BB9C897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0B4577E2-04C3-B141-A51E-DB49B4A7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38919" name="Text Box 7">
            <a:extLst>
              <a:ext uri="{FF2B5EF4-FFF2-40B4-BE49-F238E27FC236}">
                <a16:creationId xmlns:a16="http://schemas.microsoft.com/office/drawing/2014/main" id="{9F01A823-D609-D143-A260-59DF4B170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C69D8C84-FBFE-BD47-A97E-FC07CA148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33EF3934-D3DF-F041-A947-6B980EDF5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C7D8A74D-4A7B-0941-9192-BA95A416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4747" name="Rectangle 11">
            <a:extLst>
              <a:ext uri="{FF2B5EF4-FFF2-40B4-BE49-F238E27FC236}">
                <a16:creationId xmlns:a16="http://schemas.microsoft.com/office/drawing/2014/main" id="{89F4D7EE-2C52-0047-84C1-CA8607918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44748" name="Rectangle 12">
            <a:extLst>
              <a:ext uri="{FF2B5EF4-FFF2-40B4-BE49-F238E27FC236}">
                <a16:creationId xmlns:a16="http://schemas.microsoft.com/office/drawing/2014/main" id="{D93DE75A-9B56-A540-8450-B2A26E982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38925" name="Text Box 13">
            <a:extLst>
              <a:ext uri="{FF2B5EF4-FFF2-40B4-BE49-F238E27FC236}">
                <a16:creationId xmlns:a16="http://schemas.microsoft.com/office/drawing/2014/main" id="{4EADE155-AEB3-2245-941A-D6FB747AE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8926" name="Text Box 14">
            <a:extLst>
              <a:ext uri="{FF2B5EF4-FFF2-40B4-BE49-F238E27FC236}">
                <a16:creationId xmlns:a16="http://schemas.microsoft.com/office/drawing/2014/main" id="{817C4DAF-EE57-D548-92E6-18FF23DBA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8927" name="Text Box 15">
            <a:extLst>
              <a:ext uri="{FF2B5EF4-FFF2-40B4-BE49-F238E27FC236}">
                <a16:creationId xmlns:a16="http://schemas.microsoft.com/office/drawing/2014/main" id="{DF679843-4323-584E-B96B-D50F69DA8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8928" name="Text Box 16">
            <a:extLst>
              <a:ext uri="{FF2B5EF4-FFF2-40B4-BE49-F238E27FC236}">
                <a16:creationId xmlns:a16="http://schemas.microsoft.com/office/drawing/2014/main" id="{04F9D6DD-7CDD-F344-A62A-4CC13D215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44753" name="Rectangle 17">
            <a:extLst>
              <a:ext uri="{FF2B5EF4-FFF2-40B4-BE49-F238E27FC236}">
                <a16:creationId xmlns:a16="http://schemas.microsoft.com/office/drawing/2014/main" id="{F0D433E0-0CE2-8B44-A2EA-9EE93AD70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38930" name="Text Box 18">
            <a:extLst>
              <a:ext uri="{FF2B5EF4-FFF2-40B4-BE49-F238E27FC236}">
                <a16:creationId xmlns:a16="http://schemas.microsoft.com/office/drawing/2014/main" id="{E390C4A2-D21D-5946-BAB9-4612A3356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38931" name="Text Box 19">
            <a:extLst>
              <a:ext uri="{FF2B5EF4-FFF2-40B4-BE49-F238E27FC236}">
                <a16:creationId xmlns:a16="http://schemas.microsoft.com/office/drawing/2014/main" id="{940604E0-4D56-3548-91F6-287DC75E0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38932" name="Text Box 20">
            <a:extLst>
              <a:ext uri="{FF2B5EF4-FFF2-40B4-BE49-F238E27FC236}">
                <a16:creationId xmlns:a16="http://schemas.microsoft.com/office/drawing/2014/main" id="{F7318994-1D1F-C24E-B3A6-70AFACF26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3387726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8933" name="Text Box 21">
            <a:extLst>
              <a:ext uri="{FF2B5EF4-FFF2-40B4-BE49-F238E27FC236}">
                <a16:creationId xmlns:a16="http://schemas.microsoft.com/office/drawing/2014/main" id="{7D5F2C36-1EBF-EA43-94B9-65E3416A5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500DEFCD-618F-2949-B3BD-B96FCAA5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8935" name="Text Box 23">
            <a:extLst>
              <a:ext uri="{FF2B5EF4-FFF2-40B4-BE49-F238E27FC236}">
                <a16:creationId xmlns:a16="http://schemas.microsoft.com/office/drawing/2014/main" id="{1514453F-4A9A-E044-91A8-6A1C6B4CB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0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8936" name="Text Box 24">
            <a:extLst>
              <a:ext uri="{FF2B5EF4-FFF2-40B4-BE49-F238E27FC236}">
                <a16:creationId xmlns:a16="http://schemas.microsoft.com/office/drawing/2014/main" id="{63E28366-58C3-D44E-82CA-4DE1158DE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8937" name="Text Box 25">
            <a:extLst>
              <a:ext uri="{FF2B5EF4-FFF2-40B4-BE49-F238E27FC236}">
                <a16:creationId xmlns:a16="http://schemas.microsoft.com/office/drawing/2014/main" id="{5DF6BCD2-6B9F-DB4C-B867-4C1461C28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938" name="Text Box 26">
            <a:extLst>
              <a:ext uri="{FF2B5EF4-FFF2-40B4-BE49-F238E27FC236}">
                <a16:creationId xmlns:a16="http://schemas.microsoft.com/office/drawing/2014/main" id="{34E57340-8813-C347-A30C-58A0A84F3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939" name="Text Box 27">
            <a:extLst>
              <a:ext uri="{FF2B5EF4-FFF2-40B4-BE49-F238E27FC236}">
                <a16:creationId xmlns:a16="http://schemas.microsoft.com/office/drawing/2014/main" id="{6B6C6229-A1C7-8C4C-99EF-2215E652E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940" name="Text Box 28">
            <a:extLst>
              <a:ext uri="{FF2B5EF4-FFF2-40B4-BE49-F238E27FC236}">
                <a16:creationId xmlns:a16="http://schemas.microsoft.com/office/drawing/2014/main" id="{B5327168-375D-274F-82BD-A25F28942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4765" name="Text Box 29">
            <a:extLst>
              <a:ext uri="{FF2B5EF4-FFF2-40B4-BE49-F238E27FC236}">
                <a16:creationId xmlns:a16="http://schemas.microsoft.com/office/drawing/2014/main" id="{831A216E-1DBC-564A-8673-8C96074EE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775" y="263842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942" name="AutoShape 30">
            <a:extLst>
              <a:ext uri="{FF2B5EF4-FFF2-40B4-BE49-F238E27FC236}">
                <a16:creationId xmlns:a16="http://schemas.microsoft.com/office/drawing/2014/main" id="{3842A45A-B5F8-494F-8496-9D412A66E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43" name="AutoShape 31">
            <a:extLst>
              <a:ext uri="{FF2B5EF4-FFF2-40B4-BE49-F238E27FC236}">
                <a16:creationId xmlns:a16="http://schemas.microsoft.com/office/drawing/2014/main" id="{A5099008-B1B9-6249-8B03-F625A919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44" name="AutoShape 32">
            <a:extLst>
              <a:ext uri="{FF2B5EF4-FFF2-40B4-BE49-F238E27FC236}">
                <a16:creationId xmlns:a16="http://schemas.microsoft.com/office/drawing/2014/main" id="{BB0F3748-7CE5-DE4C-B26E-7F58EBD6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976" y="3092451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8945" name="Group 33">
            <a:extLst>
              <a:ext uri="{FF2B5EF4-FFF2-40B4-BE49-F238E27FC236}">
                <a16:creationId xmlns:a16="http://schemas.microsoft.com/office/drawing/2014/main" id="{F04E6DDD-0933-6E4D-A2C4-026844F2D696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38947" name="Text Box 34">
              <a:extLst>
                <a:ext uri="{FF2B5EF4-FFF2-40B4-BE49-F238E27FC236}">
                  <a16:creationId xmlns:a16="http://schemas.microsoft.com/office/drawing/2014/main" id="{56A4A54D-1A18-7F4C-848B-3520CDB51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8948" name="Text Box 35">
              <a:extLst>
                <a:ext uri="{FF2B5EF4-FFF2-40B4-BE49-F238E27FC236}">
                  <a16:creationId xmlns:a16="http://schemas.microsoft.com/office/drawing/2014/main" id="{BB965ADD-0BAC-0D4A-AF40-5261B9FE0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8949" name="Text Box 36">
              <a:extLst>
                <a:ext uri="{FF2B5EF4-FFF2-40B4-BE49-F238E27FC236}">
                  <a16:creationId xmlns:a16="http://schemas.microsoft.com/office/drawing/2014/main" id="{D7A49FB2-F1B7-0946-AF59-CD114BD65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8950" name="Text Box 37">
              <a:extLst>
                <a:ext uri="{FF2B5EF4-FFF2-40B4-BE49-F238E27FC236}">
                  <a16:creationId xmlns:a16="http://schemas.microsoft.com/office/drawing/2014/main" id="{B4395C5E-06F6-6747-9F33-2C92F23B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8951" name="Text Box 38">
              <a:extLst>
                <a:ext uri="{FF2B5EF4-FFF2-40B4-BE49-F238E27FC236}">
                  <a16:creationId xmlns:a16="http://schemas.microsoft.com/office/drawing/2014/main" id="{DD132388-8285-D040-BA45-74FB6D3B2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8952" name="Text Box 39">
              <a:extLst>
                <a:ext uri="{FF2B5EF4-FFF2-40B4-BE49-F238E27FC236}">
                  <a16:creationId xmlns:a16="http://schemas.microsoft.com/office/drawing/2014/main" id="{D85E4195-72EF-AB4C-B93A-C0F420757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8953" name="Text Box 40">
              <a:extLst>
                <a:ext uri="{FF2B5EF4-FFF2-40B4-BE49-F238E27FC236}">
                  <a16:creationId xmlns:a16="http://schemas.microsoft.com/office/drawing/2014/main" id="{E18C4A72-E871-6744-B68E-5DB79B5DA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8954" name="Text Box 41">
              <a:extLst>
                <a:ext uri="{FF2B5EF4-FFF2-40B4-BE49-F238E27FC236}">
                  <a16:creationId xmlns:a16="http://schemas.microsoft.com/office/drawing/2014/main" id="{BFD6F13E-3C47-124B-90B6-2C3DD1940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44778" name="Rectangle 42">
            <a:extLst>
              <a:ext uri="{FF2B5EF4-FFF2-40B4-BE49-F238E27FC236}">
                <a16:creationId xmlns:a16="http://schemas.microsoft.com/office/drawing/2014/main" id="{9A0AED85-64BF-B949-8C9B-4BE43F551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42771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6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05309ED-29BE-B141-9512-713B990C3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A704714B-8034-1146-A806-995F187C1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01CE6FF7-B2D7-3B4E-91A3-7FD7B3753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57D189AE-7C8F-A242-BED8-D2F15A126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2B8C13C2-BB19-C747-9F58-0CC5980D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306DA5F5-4546-BC40-A8F6-E1F61478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9944" name="Text Box 8">
            <a:extLst>
              <a:ext uri="{FF2B5EF4-FFF2-40B4-BE49-F238E27FC236}">
                <a16:creationId xmlns:a16="http://schemas.microsoft.com/office/drawing/2014/main" id="{9D4B511B-CCEB-9D48-87F2-FAD45B4EC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9945" name="Text Box 9">
            <a:extLst>
              <a:ext uri="{FF2B5EF4-FFF2-40B4-BE49-F238E27FC236}">
                <a16:creationId xmlns:a16="http://schemas.microsoft.com/office/drawing/2014/main" id="{26BF5A7E-7A1E-714D-9982-D20869E31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6794" name="Rectangle 10">
            <a:extLst>
              <a:ext uri="{FF2B5EF4-FFF2-40B4-BE49-F238E27FC236}">
                <a16:creationId xmlns:a16="http://schemas.microsoft.com/office/drawing/2014/main" id="{7100C1CD-B24A-684F-BEF4-74E90B943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46795" name="Rectangle 11">
            <a:extLst>
              <a:ext uri="{FF2B5EF4-FFF2-40B4-BE49-F238E27FC236}">
                <a16:creationId xmlns:a16="http://schemas.microsoft.com/office/drawing/2014/main" id="{0DBD37F5-AD94-3140-94A5-423EC9301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39948" name="Text Box 12">
            <a:extLst>
              <a:ext uri="{FF2B5EF4-FFF2-40B4-BE49-F238E27FC236}">
                <a16:creationId xmlns:a16="http://schemas.microsoft.com/office/drawing/2014/main" id="{6D4A8750-8308-894B-819E-FF38F73EC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9949" name="Text Box 13">
            <a:extLst>
              <a:ext uri="{FF2B5EF4-FFF2-40B4-BE49-F238E27FC236}">
                <a16:creationId xmlns:a16="http://schemas.microsoft.com/office/drawing/2014/main" id="{CE65A918-4812-CC4A-B5A7-99F9B09FC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9950" name="Text Box 14">
            <a:extLst>
              <a:ext uri="{FF2B5EF4-FFF2-40B4-BE49-F238E27FC236}">
                <a16:creationId xmlns:a16="http://schemas.microsoft.com/office/drawing/2014/main" id="{F03A7516-0AC0-7A4C-BE03-5777389AB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9951" name="Text Box 15">
            <a:extLst>
              <a:ext uri="{FF2B5EF4-FFF2-40B4-BE49-F238E27FC236}">
                <a16:creationId xmlns:a16="http://schemas.microsoft.com/office/drawing/2014/main" id="{796794A6-5FA4-204D-BD0E-FD3FF9B2F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46800" name="Rectangle 16">
            <a:extLst>
              <a:ext uri="{FF2B5EF4-FFF2-40B4-BE49-F238E27FC236}">
                <a16:creationId xmlns:a16="http://schemas.microsoft.com/office/drawing/2014/main" id="{4FC2C978-8D64-D04C-884E-412B96D8A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39953" name="Text Box 17">
            <a:extLst>
              <a:ext uri="{FF2B5EF4-FFF2-40B4-BE49-F238E27FC236}">
                <a16:creationId xmlns:a16="http://schemas.microsoft.com/office/drawing/2014/main" id="{B2215CD8-D616-BE43-AC36-78A07A667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861051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39954" name="Text Box 18">
            <a:extLst>
              <a:ext uri="{FF2B5EF4-FFF2-40B4-BE49-F238E27FC236}">
                <a16:creationId xmlns:a16="http://schemas.microsoft.com/office/drawing/2014/main" id="{209ED3D5-D5D5-A24E-A135-45570BB35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938" y="3402014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9955" name="Text Box 19">
            <a:extLst>
              <a:ext uri="{FF2B5EF4-FFF2-40B4-BE49-F238E27FC236}">
                <a16:creationId xmlns:a16="http://schemas.microsoft.com/office/drawing/2014/main" id="{4D6A55A6-618D-3249-9B82-5C248A112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9956" name="Text Box 20">
            <a:extLst>
              <a:ext uri="{FF2B5EF4-FFF2-40B4-BE49-F238E27FC236}">
                <a16:creationId xmlns:a16="http://schemas.microsoft.com/office/drawing/2014/main" id="{05ECE3F5-6965-5D44-87B5-F89E90A5A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9957" name="Text Box 21">
            <a:extLst>
              <a:ext uri="{FF2B5EF4-FFF2-40B4-BE49-F238E27FC236}">
                <a16:creationId xmlns:a16="http://schemas.microsoft.com/office/drawing/2014/main" id="{C12C0F37-2DAB-1D47-88DE-389A4038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9958" name="Text Box 22">
            <a:extLst>
              <a:ext uri="{FF2B5EF4-FFF2-40B4-BE49-F238E27FC236}">
                <a16:creationId xmlns:a16="http://schemas.microsoft.com/office/drawing/2014/main" id="{79D8EA7E-3406-E34E-8B5C-C4E9848B7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9959" name="Text Box 23">
            <a:extLst>
              <a:ext uri="{FF2B5EF4-FFF2-40B4-BE49-F238E27FC236}">
                <a16:creationId xmlns:a16="http://schemas.microsoft.com/office/drawing/2014/main" id="{F43451F4-8B6D-954C-85BA-06351CED6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9960" name="Text Box 24">
            <a:extLst>
              <a:ext uri="{FF2B5EF4-FFF2-40B4-BE49-F238E27FC236}">
                <a16:creationId xmlns:a16="http://schemas.microsoft.com/office/drawing/2014/main" id="{3E916866-1717-8E44-A779-E72451AF0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9961" name="Text Box 25">
            <a:extLst>
              <a:ext uri="{FF2B5EF4-FFF2-40B4-BE49-F238E27FC236}">
                <a16:creationId xmlns:a16="http://schemas.microsoft.com/office/drawing/2014/main" id="{C48D28A4-792C-B849-9ADE-3D9C48741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9962" name="Text Box 26">
            <a:extLst>
              <a:ext uri="{FF2B5EF4-FFF2-40B4-BE49-F238E27FC236}">
                <a16:creationId xmlns:a16="http://schemas.microsoft.com/office/drawing/2014/main" id="{3EB889FA-D305-AC47-A486-6DE13A8A3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9963" name="AutoShape 27">
            <a:extLst>
              <a:ext uri="{FF2B5EF4-FFF2-40B4-BE49-F238E27FC236}">
                <a16:creationId xmlns:a16="http://schemas.microsoft.com/office/drawing/2014/main" id="{C334ED0F-5DE3-8B48-9BBA-8405DFC38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4" y="5384800"/>
            <a:ext cx="231775" cy="420688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4" name="AutoShape 28">
            <a:extLst>
              <a:ext uri="{FF2B5EF4-FFF2-40B4-BE49-F238E27FC236}">
                <a16:creationId xmlns:a16="http://schemas.microsoft.com/office/drawing/2014/main" id="{F3A3DF63-256E-2E49-AFD0-A128C587C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1" y="3078163"/>
            <a:ext cx="188913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5" name="Text Box 29">
            <a:extLst>
              <a:ext uri="{FF2B5EF4-FFF2-40B4-BE49-F238E27FC236}">
                <a16:creationId xmlns:a16="http://schemas.microsoft.com/office/drawing/2014/main" id="{BB787DCC-648F-B34F-9A99-813FD96D7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39966" name="AutoShape 30">
            <a:extLst>
              <a:ext uri="{FF2B5EF4-FFF2-40B4-BE49-F238E27FC236}">
                <a16:creationId xmlns:a16="http://schemas.microsoft.com/office/drawing/2014/main" id="{0DABFBBD-CD94-4044-BE8A-3A091F04F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7" name="Text Box 31">
            <a:extLst>
              <a:ext uri="{FF2B5EF4-FFF2-40B4-BE49-F238E27FC236}">
                <a16:creationId xmlns:a16="http://schemas.microsoft.com/office/drawing/2014/main" id="{5F81D170-5282-844F-B70D-D48C659D4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264001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46816" name="Text Box 32">
            <a:extLst>
              <a:ext uri="{FF2B5EF4-FFF2-40B4-BE49-F238E27FC236}">
                <a16:creationId xmlns:a16="http://schemas.microsoft.com/office/drawing/2014/main" id="{E37B1A5E-02CA-F44E-8129-8C676F5AE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2636838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grpSp>
        <p:nvGrpSpPr>
          <p:cNvPr id="39969" name="Group 33">
            <a:extLst>
              <a:ext uri="{FF2B5EF4-FFF2-40B4-BE49-F238E27FC236}">
                <a16:creationId xmlns:a16="http://schemas.microsoft.com/office/drawing/2014/main" id="{5DB8D1F1-0548-3642-AA66-4B9561B19F1C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39971" name="Text Box 34">
              <a:extLst>
                <a:ext uri="{FF2B5EF4-FFF2-40B4-BE49-F238E27FC236}">
                  <a16:creationId xmlns:a16="http://schemas.microsoft.com/office/drawing/2014/main" id="{DE007D4F-1E8F-4949-8C02-79BE27E9E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9972" name="Text Box 35">
              <a:extLst>
                <a:ext uri="{FF2B5EF4-FFF2-40B4-BE49-F238E27FC236}">
                  <a16:creationId xmlns:a16="http://schemas.microsoft.com/office/drawing/2014/main" id="{3AF5F36C-D657-2648-82A4-A02C487B0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9973" name="Text Box 36">
              <a:extLst>
                <a:ext uri="{FF2B5EF4-FFF2-40B4-BE49-F238E27FC236}">
                  <a16:creationId xmlns:a16="http://schemas.microsoft.com/office/drawing/2014/main" id="{A7EE916C-4EB9-364D-BE0B-6C9389923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39974" name="Text Box 37">
              <a:extLst>
                <a:ext uri="{FF2B5EF4-FFF2-40B4-BE49-F238E27FC236}">
                  <a16:creationId xmlns:a16="http://schemas.microsoft.com/office/drawing/2014/main" id="{FFBB4EF8-AD17-FB49-A481-BB8688F77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39975" name="Text Box 38">
              <a:extLst>
                <a:ext uri="{FF2B5EF4-FFF2-40B4-BE49-F238E27FC236}">
                  <a16:creationId xmlns:a16="http://schemas.microsoft.com/office/drawing/2014/main" id="{1F56E437-DA63-C145-BDB9-C68A856BC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9976" name="Text Box 39">
              <a:extLst>
                <a:ext uri="{FF2B5EF4-FFF2-40B4-BE49-F238E27FC236}">
                  <a16:creationId xmlns:a16="http://schemas.microsoft.com/office/drawing/2014/main" id="{E003D5D2-BAA7-C843-B1B7-7D5E4E4CA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9977" name="Text Box 40">
              <a:extLst>
                <a:ext uri="{FF2B5EF4-FFF2-40B4-BE49-F238E27FC236}">
                  <a16:creationId xmlns:a16="http://schemas.microsoft.com/office/drawing/2014/main" id="{9400FD66-FDAD-AB43-8B54-8FAFCC133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9978" name="Text Box 41">
              <a:extLst>
                <a:ext uri="{FF2B5EF4-FFF2-40B4-BE49-F238E27FC236}">
                  <a16:creationId xmlns:a16="http://schemas.microsoft.com/office/drawing/2014/main" id="{B76424A6-8D09-DE48-A061-B2B125691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46826" name="Rectangle 42">
            <a:extLst>
              <a:ext uri="{FF2B5EF4-FFF2-40B4-BE49-F238E27FC236}">
                <a16:creationId xmlns:a16="http://schemas.microsoft.com/office/drawing/2014/main" id="{A4C35FB9-58B9-964B-9F22-7361ABF07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99173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8D78A06-4B0D-E148-A23C-177126844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B579D430-CCDB-7A4B-A999-9E8DCFB7D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44C622AF-FD1F-E340-8855-D6B14DC9F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36962639-3948-1C4C-BE83-B01B59F09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9F74F893-5BD2-D844-9285-27FA7ACC6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E00D9FD9-52FE-D84D-AB7E-573E58948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88945854-E808-2545-9152-EDF4A0593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F06D8C24-9E21-284E-8155-160F0B562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393034C6-6FD3-C044-A3B4-95A15A441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8843" name="Rectangle 11">
            <a:extLst>
              <a:ext uri="{FF2B5EF4-FFF2-40B4-BE49-F238E27FC236}">
                <a16:creationId xmlns:a16="http://schemas.microsoft.com/office/drawing/2014/main" id="{6A357BAD-C725-DB4A-BB49-8C866D61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48844" name="Rectangle 12">
            <a:extLst>
              <a:ext uri="{FF2B5EF4-FFF2-40B4-BE49-F238E27FC236}">
                <a16:creationId xmlns:a16="http://schemas.microsoft.com/office/drawing/2014/main" id="{42828832-F91A-7B46-BD42-FA2751A6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40973" name="Text Box 13">
            <a:extLst>
              <a:ext uri="{FF2B5EF4-FFF2-40B4-BE49-F238E27FC236}">
                <a16:creationId xmlns:a16="http://schemas.microsoft.com/office/drawing/2014/main" id="{0812A2F7-1311-B24A-9BB0-F6E992B94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0974" name="Text Box 14">
            <a:extLst>
              <a:ext uri="{FF2B5EF4-FFF2-40B4-BE49-F238E27FC236}">
                <a16:creationId xmlns:a16="http://schemas.microsoft.com/office/drawing/2014/main" id="{D4FEF952-B732-C749-8C0F-432A4A0E4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0975" name="Text Box 15">
            <a:extLst>
              <a:ext uri="{FF2B5EF4-FFF2-40B4-BE49-F238E27FC236}">
                <a16:creationId xmlns:a16="http://schemas.microsoft.com/office/drawing/2014/main" id="{84E88692-7AF3-2D4E-9BF3-3C273FE79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40976" name="Text Box 16">
            <a:extLst>
              <a:ext uri="{FF2B5EF4-FFF2-40B4-BE49-F238E27FC236}">
                <a16:creationId xmlns:a16="http://schemas.microsoft.com/office/drawing/2014/main" id="{BB547D5F-9EC8-474D-957B-39A8409A0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48849" name="Rectangle 17">
            <a:extLst>
              <a:ext uri="{FF2B5EF4-FFF2-40B4-BE49-F238E27FC236}">
                <a16:creationId xmlns:a16="http://schemas.microsoft.com/office/drawing/2014/main" id="{E35A2989-6ED0-6541-BFD6-AC2CF7F93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40978" name="Text Box 18">
            <a:extLst>
              <a:ext uri="{FF2B5EF4-FFF2-40B4-BE49-F238E27FC236}">
                <a16:creationId xmlns:a16="http://schemas.microsoft.com/office/drawing/2014/main" id="{155BD419-D067-8644-8381-1B8ADBCEC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40979" name="Text Box 19">
            <a:extLst>
              <a:ext uri="{FF2B5EF4-FFF2-40B4-BE49-F238E27FC236}">
                <a16:creationId xmlns:a16="http://schemas.microsoft.com/office/drawing/2014/main" id="{ED5ACC2E-214A-1142-85D9-6F2044BE6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0576" y="587533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0980" name="Text Box 20">
            <a:extLst>
              <a:ext uri="{FF2B5EF4-FFF2-40B4-BE49-F238E27FC236}">
                <a16:creationId xmlns:a16="http://schemas.microsoft.com/office/drawing/2014/main" id="{03A4B95A-F248-8D44-9B5F-C26B6B5BA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34178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40981" name="Text Box 21">
            <a:extLst>
              <a:ext uri="{FF2B5EF4-FFF2-40B4-BE49-F238E27FC236}">
                <a16:creationId xmlns:a16="http://schemas.microsoft.com/office/drawing/2014/main" id="{E96824E3-E9EF-F441-B4E7-8C6138B3B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0982" name="Text Box 22">
            <a:extLst>
              <a:ext uri="{FF2B5EF4-FFF2-40B4-BE49-F238E27FC236}">
                <a16:creationId xmlns:a16="http://schemas.microsoft.com/office/drawing/2014/main" id="{8126AD65-289B-374E-8899-CFD1612AB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0983" name="Text Box 23">
            <a:extLst>
              <a:ext uri="{FF2B5EF4-FFF2-40B4-BE49-F238E27FC236}">
                <a16:creationId xmlns:a16="http://schemas.microsoft.com/office/drawing/2014/main" id="{E15273A2-5354-E24B-A183-25882C1BB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0984" name="Text Box 24">
            <a:extLst>
              <a:ext uri="{FF2B5EF4-FFF2-40B4-BE49-F238E27FC236}">
                <a16:creationId xmlns:a16="http://schemas.microsoft.com/office/drawing/2014/main" id="{0B36889B-3EED-BB4F-88CF-044C0F68D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0985" name="Text Box 25">
            <a:extLst>
              <a:ext uri="{FF2B5EF4-FFF2-40B4-BE49-F238E27FC236}">
                <a16:creationId xmlns:a16="http://schemas.microsoft.com/office/drawing/2014/main" id="{FD476B3C-4736-C94A-9799-A3286DC9D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0986" name="Text Box 26">
            <a:extLst>
              <a:ext uri="{FF2B5EF4-FFF2-40B4-BE49-F238E27FC236}">
                <a16:creationId xmlns:a16="http://schemas.microsoft.com/office/drawing/2014/main" id="{6C5A16DF-CA23-D04C-A48B-F46EC783C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0987" name="Text Box 27">
            <a:extLst>
              <a:ext uri="{FF2B5EF4-FFF2-40B4-BE49-F238E27FC236}">
                <a16:creationId xmlns:a16="http://schemas.microsoft.com/office/drawing/2014/main" id="{C3E449C9-D2F2-D64F-B198-7352C7F38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0988" name="Text Box 28">
            <a:extLst>
              <a:ext uri="{FF2B5EF4-FFF2-40B4-BE49-F238E27FC236}">
                <a16:creationId xmlns:a16="http://schemas.microsoft.com/office/drawing/2014/main" id="{6A1CCA95-C501-3A4C-8618-836C22F33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8861" name="Text Box 29">
            <a:extLst>
              <a:ext uri="{FF2B5EF4-FFF2-40B4-BE49-F238E27FC236}">
                <a16:creationId xmlns:a16="http://schemas.microsoft.com/office/drawing/2014/main" id="{98EB43E8-44EF-3840-8B24-D375ED41C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275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48862" name="Text Box 30">
            <a:extLst>
              <a:ext uri="{FF2B5EF4-FFF2-40B4-BE49-F238E27FC236}">
                <a16:creationId xmlns:a16="http://schemas.microsoft.com/office/drawing/2014/main" id="{DE2A92CB-6003-2C4F-9488-1BDE58B07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0488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0991" name="AutoShape 31">
            <a:extLst>
              <a:ext uri="{FF2B5EF4-FFF2-40B4-BE49-F238E27FC236}">
                <a16:creationId xmlns:a16="http://schemas.microsoft.com/office/drawing/2014/main" id="{35102EF5-C308-0148-BC9B-460B46679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92" name="AutoShape 32">
            <a:extLst>
              <a:ext uri="{FF2B5EF4-FFF2-40B4-BE49-F238E27FC236}">
                <a16:creationId xmlns:a16="http://schemas.microsoft.com/office/drawing/2014/main" id="{CB42150B-E3A5-4845-9742-760B13486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426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93" name="AutoShape 33">
            <a:extLst>
              <a:ext uri="{FF2B5EF4-FFF2-40B4-BE49-F238E27FC236}">
                <a16:creationId xmlns:a16="http://schemas.microsoft.com/office/drawing/2014/main" id="{42976862-E09D-5641-A602-EA97AEB3E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26" y="3121026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0994" name="Group 34">
            <a:extLst>
              <a:ext uri="{FF2B5EF4-FFF2-40B4-BE49-F238E27FC236}">
                <a16:creationId xmlns:a16="http://schemas.microsoft.com/office/drawing/2014/main" id="{4949F5E5-0E6F-7544-9455-CDD6154FEE27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40996" name="Text Box 35">
              <a:extLst>
                <a:ext uri="{FF2B5EF4-FFF2-40B4-BE49-F238E27FC236}">
                  <a16:creationId xmlns:a16="http://schemas.microsoft.com/office/drawing/2014/main" id="{672F04A1-F110-3946-8ACE-44AE1685A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40997" name="Text Box 36">
              <a:extLst>
                <a:ext uri="{FF2B5EF4-FFF2-40B4-BE49-F238E27FC236}">
                  <a16:creationId xmlns:a16="http://schemas.microsoft.com/office/drawing/2014/main" id="{494332EC-3A7A-694B-97B7-E3A43A827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40998" name="Text Box 37">
              <a:extLst>
                <a:ext uri="{FF2B5EF4-FFF2-40B4-BE49-F238E27FC236}">
                  <a16:creationId xmlns:a16="http://schemas.microsoft.com/office/drawing/2014/main" id="{1D288CAF-4C5C-4440-A5B6-E38775034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40999" name="Text Box 38">
              <a:extLst>
                <a:ext uri="{FF2B5EF4-FFF2-40B4-BE49-F238E27FC236}">
                  <a16:creationId xmlns:a16="http://schemas.microsoft.com/office/drawing/2014/main" id="{8E3826CE-EBEC-0640-9F5F-7BEF7BB84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1000" name="Text Box 39">
              <a:extLst>
                <a:ext uri="{FF2B5EF4-FFF2-40B4-BE49-F238E27FC236}">
                  <a16:creationId xmlns:a16="http://schemas.microsoft.com/office/drawing/2014/main" id="{A026F6B9-9BED-F54D-8BBD-945A4FF52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1001" name="Text Box 40">
              <a:extLst>
                <a:ext uri="{FF2B5EF4-FFF2-40B4-BE49-F238E27FC236}">
                  <a16:creationId xmlns:a16="http://schemas.microsoft.com/office/drawing/2014/main" id="{014366E0-65A2-A54D-80A2-5041F33A8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1002" name="Text Box 41">
              <a:extLst>
                <a:ext uri="{FF2B5EF4-FFF2-40B4-BE49-F238E27FC236}">
                  <a16:creationId xmlns:a16="http://schemas.microsoft.com/office/drawing/2014/main" id="{72571187-1D2B-5948-8136-367580967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41003" name="Text Box 42">
              <a:extLst>
                <a:ext uri="{FF2B5EF4-FFF2-40B4-BE49-F238E27FC236}">
                  <a16:creationId xmlns:a16="http://schemas.microsoft.com/office/drawing/2014/main" id="{3140BA3D-6514-4346-B844-5439A504C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48875" name="Rectangle 43">
            <a:extLst>
              <a:ext uri="{FF2B5EF4-FFF2-40B4-BE49-F238E27FC236}">
                <a16:creationId xmlns:a16="http://schemas.microsoft.com/office/drawing/2014/main" id="{85CAABDC-90D3-0D48-8CCB-EBE954117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88031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61" grpId="0" animBg="1"/>
      <p:bldP spid="24886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2CB6F04-674C-DA46-9B36-E7C7CCCFD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1DCBA389-8366-374F-A552-710603ABD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8084206D-222E-AE4D-83E6-91DA0E9CA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4D2AFF95-1915-3B4D-9659-536967E77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ACFD01E3-78BE-2545-B1DB-6CFF7126A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2C0ECDC3-7189-4C42-BDD6-BBD8DCCD5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419A519C-66F0-1046-8C1D-CB15416CF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54360E16-A627-A44B-AC47-0183E406E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50890" name="Rectangle 10">
            <a:extLst>
              <a:ext uri="{FF2B5EF4-FFF2-40B4-BE49-F238E27FC236}">
                <a16:creationId xmlns:a16="http://schemas.microsoft.com/office/drawing/2014/main" id="{8DE5ED99-A753-E746-BA23-182F2B2EF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50891" name="Rectangle 11">
            <a:extLst>
              <a:ext uri="{FF2B5EF4-FFF2-40B4-BE49-F238E27FC236}">
                <a16:creationId xmlns:a16="http://schemas.microsoft.com/office/drawing/2014/main" id="{E7989E50-4B24-324F-B9E2-B2173BFB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41996" name="Text Box 12">
            <a:extLst>
              <a:ext uri="{FF2B5EF4-FFF2-40B4-BE49-F238E27FC236}">
                <a16:creationId xmlns:a16="http://schemas.microsoft.com/office/drawing/2014/main" id="{79BE9D7C-7BC3-C14B-86A7-000AD5A10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1997" name="Text Box 13">
            <a:extLst>
              <a:ext uri="{FF2B5EF4-FFF2-40B4-BE49-F238E27FC236}">
                <a16:creationId xmlns:a16="http://schemas.microsoft.com/office/drawing/2014/main" id="{9C42E36C-DAED-094A-8D0F-461A6FA8E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1998" name="Text Box 14">
            <a:extLst>
              <a:ext uri="{FF2B5EF4-FFF2-40B4-BE49-F238E27FC236}">
                <a16:creationId xmlns:a16="http://schemas.microsoft.com/office/drawing/2014/main" id="{0F01CFFD-725F-DF42-B215-D3A22C849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41999" name="Text Box 15">
            <a:extLst>
              <a:ext uri="{FF2B5EF4-FFF2-40B4-BE49-F238E27FC236}">
                <a16:creationId xmlns:a16="http://schemas.microsoft.com/office/drawing/2014/main" id="{E55E9B09-6CD8-9A47-A251-93634D7A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50896" name="Rectangle 16">
            <a:extLst>
              <a:ext uri="{FF2B5EF4-FFF2-40B4-BE49-F238E27FC236}">
                <a16:creationId xmlns:a16="http://schemas.microsoft.com/office/drawing/2014/main" id="{8A9ED6A6-4A14-ED41-8714-D2B3D416A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42001" name="Text Box 17">
            <a:extLst>
              <a:ext uri="{FF2B5EF4-FFF2-40B4-BE49-F238E27FC236}">
                <a16:creationId xmlns:a16="http://schemas.microsoft.com/office/drawing/2014/main" id="{A73F754F-3FD9-DF4F-8712-E52E4D150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3460751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42002" name="Text Box 18">
            <a:extLst>
              <a:ext uri="{FF2B5EF4-FFF2-40B4-BE49-F238E27FC236}">
                <a16:creationId xmlns:a16="http://schemas.microsoft.com/office/drawing/2014/main" id="{CA93281D-4146-104A-8021-E5BCFA89C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2003" name="Text Box 19">
            <a:extLst>
              <a:ext uri="{FF2B5EF4-FFF2-40B4-BE49-F238E27FC236}">
                <a16:creationId xmlns:a16="http://schemas.microsoft.com/office/drawing/2014/main" id="{92FEEEE1-6925-6340-B1CE-A72AF9ED8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004" name="Text Box 20">
            <a:extLst>
              <a:ext uri="{FF2B5EF4-FFF2-40B4-BE49-F238E27FC236}">
                <a16:creationId xmlns:a16="http://schemas.microsoft.com/office/drawing/2014/main" id="{93A1CA0B-6214-7D4C-B43F-3F634101C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2005" name="Text Box 21">
            <a:extLst>
              <a:ext uri="{FF2B5EF4-FFF2-40B4-BE49-F238E27FC236}">
                <a16:creationId xmlns:a16="http://schemas.microsoft.com/office/drawing/2014/main" id="{46BCA77B-1821-924A-AC08-00F530CEC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2006" name="Text Box 22">
            <a:extLst>
              <a:ext uri="{FF2B5EF4-FFF2-40B4-BE49-F238E27FC236}">
                <a16:creationId xmlns:a16="http://schemas.microsoft.com/office/drawing/2014/main" id="{028AA0F4-1673-F748-98CD-B0DE48E62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2007" name="Text Box 23">
            <a:extLst>
              <a:ext uri="{FF2B5EF4-FFF2-40B4-BE49-F238E27FC236}">
                <a16:creationId xmlns:a16="http://schemas.microsoft.com/office/drawing/2014/main" id="{C13CBFA6-620C-D041-AC68-0D71BAE90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2008" name="Text Box 24">
            <a:extLst>
              <a:ext uri="{FF2B5EF4-FFF2-40B4-BE49-F238E27FC236}">
                <a16:creationId xmlns:a16="http://schemas.microsoft.com/office/drawing/2014/main" id="{79757ACA-C4D8-BC49-AFBC-72CDED21A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2009" name="Text Box 25">
            <a:extLst>
              <a:ext uri="{FF2B5EF4-FFF2-40B4-BE49-F238E27FC236}">
                <a16:creationId xmlns:a16="http://schemas.microsoft.com/office/drawing/2014/main" id="{BD94DEDD-CAA5-DB49-B5CC-0E45D2B35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2010" name="Text Box 26">
            <a:extLst>
              <a:ext uri="{FF2B5EF4-FFF2-40B4-BE49-F238E27FC236}">
                <a16:creationId xmlns:a16="http://schemas.microsoft.com/office/drawing/2014/main" id="{00231E27-199E-8841-8563-69963B6C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50907" name="Text Box 27">
            <a:extLst>
              <a:ext uri="{FF2B5EF4-FFF2-40B4-BE49-F238E27FC236}">
                <a16:creationId xmlns:a16="http://schemas.microsoft.com/office/drawing/2014/main" id="{3E3954ED-0B03-3247-BC7E-29AF4760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113" y="2624138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2012" name="AutoShape 28">
            <a:extLst>
              <a:ext uri="{FF2B5EF4-FFF2-40B4-BE49-F238E27FC236}">
                <a16:creationId xmlns:a16="http://schemas.microsoft.com/office/drawing/2014/main" id="{6BC1BD63-79DC-D548-B1F4-732951EF6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488" y="3136901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7853BD83-650C-C24F-959D-9D23EA5B5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42014" name="AutoShape 30">
            <a:extLst>
              <a:ext uri="{FF2B5EF4-FFF2-40B4-BE49-F238E27FC236}">
                <a16:creationId xmlns:a16="http://schemas.microsoft.com/office/drawing/2014/main" id="{81EFC1D1-3EB4-6543-9930-6FAFA64F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015" name="Text Box 31">
            <a:extLst>
              <a:ext uri="{FF2B5EF4-FFF2-40B4-BE49-F238E27FC236}">
                <a16:creationId xmlns:a16="http://schemas.microsoft.com/office/drawing/2014/main" id="{4EAF26A8-D9C5-1243-B531-EC4A331C8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8113" y="5859464"/>
            <a:ext cx="684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2016" name="AutoShape 32">
            <a:extLst>
              <a:ext uri="{FF2B5EF4-FFF2-40B4-BE49-F238E27FC236}">
                <a16:creationId xmlns:a16="http://schemas.microsoft.com/office/drawing/2014/main" id="{C8F19D64-9CE7-314E-97ED-9721E689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839" y="5370514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2017" name="Group 33">
            <a:extLst>
              <a:ext uri="{FF2B5EF4-FFF2-40B4-BE49-F238E27FC236}">
                <a16:creationId xmlns:a16="http://schemas.microsoft.com/office/drawing/2014/main" id="{BAE329EB-E3B5-AB46-908A-BA06DD6D3B1B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42019" name="Text Box 34">
              <a:extLst>
                <a:ext uri="{FF2B5EF4-FFF2-40B4-BE49-F238E27FC236}">
                  <a16:creationId xmlns:a16="http://schemas.microsoft.com/office/drawing/2014/main" id="{AECEF1DE-3B1C-0A4E-8FB1-410951A79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42020" name="Text Box 35">
              <a:extLst>
                <a:ext uri="{FF2B5EF4-FFF2-40B4-BE49-F238E27FC236}">
                  <a16:creationId xmlns:a16="http://schemas.microsoft.com/office/drawing/2014/main" id="{CA11C386-BCB2-E64D-A432-3E8D292C5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42021" name="Text Box 36">
              <a:extLst>
                <a:ext uri="{FF2B5EF4-FFF2-40B4-BE49-F238E27FC236}">
                  <a16:creationId xmlns:a16="http://schemas.microsoft.com/office/drawing/2014/main" id="{41B84291-6236-4740-8803-8F3460A74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42022" name="Text Box 37">
              <a:extLst>
                <a:ext uri="{FF2B5EF4-FFF2-40B4-BE49-F238E27FC236}">
                  <a16:creationId xmlns:a16="http://schemas.microsoft.com/office/drawing/2014/main" id="{FAE0CC9D-6457-344F-BCBE-36C57E885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2023" name="Text Box 38">
              <a:extLst>
                <a:ext uri="{FF2B5EF4-FFF2-40B4-BE49-F238E27FC236}">
                  <a16:creationId xmlns:a16="http://schemas.microsoft.com/office/drawing/2014/main" id="{40C7C0CC-FC43-5449-BDA8-590738155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2024" name="Text Box 39">
              <a:extLst>
                <a:ext uri="{FF2B5EF4-FFF2-40B4-BE49-F238E27FC236}">
                  <a16:creationId xmlns:a16="http://schemas.microsoft.com/office/drawing/2014/main" id="{82985927-9B2E-CC42-AD3A-F6A770434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2025" name="Text Box 40">
              <a:extLst>
                <a:ext uri="{FF2B5EF4-FFF2-40B4-BE49-F238E27FC236}">
                  <a16:creationId xmlns:a16="http://schemas.microsoft.com/office/drawing/2014/main" id="{92BAB65C-C381-8A40-AA08-201FE2495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42026" name="Text Box 41">
              <a:extLst>
                <a:ext uri="{FF2B5EF4-FFF2-40B4-BE49-F238E27FC236}">
                  <a16:creationId xmlns:a16="http://schemas.microsoft.com/office/drawing/2014/main" id="{F8B849DD-014D-FD47-A6CE-A52E9C6C3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0922" name="Rectangle 42">
            <a:extLst>
              <a:ext uri="{FF2B5EF4-FFF2-40B4-BE49-F238E27FC236}">
                <a16:creationId xmlns:a16="http://schemas.microsoft.com/office/drawing/2014/main" id="{A2030366-B218-E841-81C1-CAB63FEE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72160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0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1BE9399-2D85-A44E-A4BD-9F93AE83B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09851409-D2A5-DE40-8A9B-F43F61F65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DF281D2C-F8A8-8C4E-8AC4-569BC3D4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89B79B39-A5B5-AE46-8034-D2699FFDA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F77D696D-2B81-FC40-8942-F9683D564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1D535D52-0A2D-8E41-8FA8-92F2DC8C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52D57353-058C-A442-A613-3A610D697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058A045A-0EEB-9948-AEA8-0BFF3DA58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29EDBE1E-B15C-584B-959B-EACCE7AC7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52939" name="Rectangle 11">
            <a:extLst>
              <a:ext uri="{FF2B5EF4-FFF2-40B4-BE49-F238E27FC236}">
                <a16:creationId xmlns:a16="http://schemas.microsoft.com/office/drawing/2014/main" id="{A59BC7FB-251B-D549-A5D6-18347017C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52940" name="Rectangle 12">
            <a:extLst>
              <a:ext uri="{FF2B5EF4-FFF2-40B4-BE49-F238E27FC236}">
                <a16:creationId xmlns:a16="http://schemas.microsoft.com/office/drawing/2014/main" id="{39809B83-FD3C-074B-91DD-2426CA2FE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43021" name="Text Box 13">
            <a:extLst>
              <a:ext uri="{FF2B5EF4-FFF2-40B4-BE49-F238E27FC236}">
                <a16:creationId xmlns:a16="http://schemas.microsoft.com/office/drawing/2014/main" id="{82149554-D89D-DC41-8406-7F35E1256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7C12DD1B-B76A-4844-9B72-F5DC030A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3023" name="Text Box 15">
            <a:extLst>
              <a:ext uri="{FF2B5EF4-FFF2-40B4-BE49-F238E27FC236}">
                <a16:creationId xmlns:a16="http://schemas.microsoft.com/office/drawing/2014/main" id="{55043FA9-8BC5-E344-948B-23470CABD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43024" name="Text Box 16">
            <a:extLst>
              <a:ext uri="{FF2B5EF4-FFF2-40B4-BE49-F238E27FC236}">
                <a16:creationId xmlns:a16="http://schemas.microsoft.com/office/drawing/2014/main" id="{0AB407F9-C17A-3544-B385-6CBBD3ED0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3025" name="Text Box 17">
            <a:extLst>
              <a:ext uri="{FF2B5EF4-FFF2-40B4-BE49-F238E27FC236}">
                <a16:creationId xmlns:a16="http://schemas.microsoft.com/office/drawing/2014/main" id="{29DB4BB2-58B3-5F4F-A88D-FDF998D7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3026" name="Text Box 18">
            <a:extLst>
              <a:ext uri="{FF2B5EF4-FFF2-40B4-BE49-F238E27FC236}">
                <a16:creationId xmlns:a16="http://schemas.microsoft.com/office/drawing/2014/main" id="{8DEBBBB5-72E4-DE49-82E0-17992C63B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3027" name="Text Box 19">
            <a:extLst>
              <a:ext uri="{FF2B5EF4-FFF2-40B4-BE49-F238E27FC236}">
                <a16:creationId xmlns:a16="http://schemas.microsoft.com/office/drawing/2014/main" id="{6892FC86-F400-154B-883F-1A09FCE9F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43028" name="Text Box 20">
            <a:extLst>
              <a:ext uri="{FF2B5EF4-FFF2-40B4-BE49-F238E27FC236}">
                <a16:creationId xmlns:a16="http://schemas.microsoft.com/office/drawing/2014/main" id="{039387DC-67D8-3A41-BEBE-75E4F041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52949" name="Rectangle 21">
            <a:extLst>
              <a:ext uri="{FF2B5EF4-FFF2-40B4-BE49-F238E27FC236}">
                <a16:creationId xmlns:a16="http://schemas.microsoft.com/office/drawing/2014/main" id="{B76C79A3-DCA0-AE4D-9388-3B321A4BD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43030" name="Text Box 22">
            <a:extLst>
              <a:ext uri="{FF2B5EF4-FFF2-40B4-BE49-F238E27FC236}">
                <a16:creationId xmlns:a16="http://schemas.microsoft.com/office/drawing/2014/main" id="{93DDE8AB-BC66-4E46-9EB4-39DB9B2C7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031" name="Text Box 23">
            <a:extLst>
              <a:ext uri="{FF2B5EF4-FFF2-40B4-BE49-F238E27FC236}">
                <a16:creationId xmlns:a16="http://schemas.microsoft.com/office/drawing/2014/main" id="{83E18DF1-5BDA-E448-BBBE-32A93BD2A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3032" name="Text Box 24">
            <a:extLst>
              <a:ext uri="{FF2B5EF4-FFF2-40B4-BE49-F238E27FC236}">
                <a16:creationId xmlns:a16="http://schemas.microsoft.com/office/drawing/2014/main" id="{CFFFC164-0D3F-D548-9483-9EC5EDBF4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033" name="Text Box 25">
            <a:extLst>
              <a:ext uri="{FF2B5EF4-FFF2-40B4-BE49-F238E27FC236}">
                <a16:creationId xmlns:a16="http://schemas.microsoft.com/office/drawing/2014/main" id="{DC4589E9-319E-8147-8C44-4829B20DD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3034" name="Text Box 26">
            <a:extLst>
              <a:ext uri="{FF2B5EF4-FFF2-40B4-BE49-F238E27FC236}">
                <a16:creationId xmlns:a16="http://schemas.microsoft.com/office/drawing/2014/main" id="{36091474-A8D7-DA40-BA58-E4DA52A97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3035" name="Text Box 27">
            <a:extLst>
              <a:ext uri="{FF2B5EF4-FFF2-40B4-BE49-F238E27FC236}">
                <a16:creationId xmlns:a16="http://schemas.microsoft.com/office/drawing/2014/main" id="{FE896A6E-4D3C-8146-9622-E08784803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036" name="Text Box 28">
            <a:extLst>
              <a:ext uri="{FF2B5EF4-FFF2-40B4-BE49-F238E27FC236}">
                <a16:creationId xmlns:a16="http://schemas.microsoft.com/office/drawing/2014/main" id="{E186299E-DE1F-2D41-95EC-0575F6F21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3037" name="Text Box 29">
            <a:extLst>
              <a:ext uri="{FF2B5EF4-FFF2-40B4-BE49-F238E27FC236}">
                <a16:creationId xmlns:a16="http://schemas.microsoft.com/office/drawing/2014/main" id="{2E88EB0C-1F7E-B041-936E-F1F89726D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3038" name="Text Box 30">
            <a:extLst>
              <a:ext uri="{FF2B5EF4-FFF2-40B4-BE49-F238E27FC236}">
                <a16:creationId xmlns:a16="http://schemas.microsoft.com/office/drawing/2014/main" id="{332D7032-7E91-0E4E-B844-468706681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300" y="2630488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AU" altLang="en-US" sz="2400">
              <a:solidFill>
                <a:schemeClr val="bg1"/>
              </a:solidFill>
            </a:endParaRPr>
          </a:p>
        </p:txBody>
      </p:sp>
      <p:sp>
        <p:nvSpPr>
          <p:cNvPr id="252959" name="Text Box 31">
            <a:extLst>
              <a:ext uri="{FF2B5EF4-FFF2-40B4-BE49-F238E27FC236}">
                <a16:creationId xmlns:a16="http://schemas.microsoft.com/office/drawing/2014/main" id="{AF96C91C-36BD-5649-92BB-9555FC290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588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3040" name="Text Box 32">
            <a:extLst>
              <a:ext uri="{FF2B5EF4-FFF2-40B4-BE49-F238E27FC236}">
                <a16:creationId xmlns:a16="http://schemas.microsoft.com/office/drawing/2014/main" id="{50ECE622-BDE3-6742-9321-5063FC372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650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43041" name="Text Box 33">
            <a:extLst>
              <a:ext uri="{FF2B5EF4-FFF2-40B4-BE49-F238E27FC236}">
                <a16:creationId xmlns:a16="http://schemas.microsoft.com/office/drawing/2014/main" id="{8633DAF7-8FC7-2E40-BD85-756B531D2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8113" y="5859464"/>
            <a:ext cx="684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93DAFFA2-45FD-4547-87BD-42F895841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75" y="3444876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43043" name="AutoShape 35">
            <a:extLst>
              <a:ext uri="{FF2B5EF4-FFF2-40B4-BE49-F238E27FC236}">
                <a16:creationId xmlns:a16="http://schemas.microsoft.com/office/drawing/2014/main" id="{694B5380-33E1-7D41-A65A-55E109E2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8" y="5368926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44" name="AutoShape 36">
            <a:extLst>
              <a:ext uri="{FF2B5EF4-FFF2-40B4-BE49-F238E27FC236}">
                <a16:creationId xmlns:a16="http://schemas.microsoft.com/office/drawing/2014/main" id="{93903BB1-09E1-1049-8BCB-424DB596D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839" y="5370514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45" name="AutoShape 37">
            <a:extLst>
              <a:ext uri="{FF2B5EF4-FFF2-40B4-BE49-F238E27FC236}">
                <a16:creationId xmlns:a16="http://schemas.microsoft.com/office/drawing/2014/main" id="{8E87DD8C-4C37-9644-9912-91BCB70A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3121026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3046" name="Group 38">
            <a:extLst>
              <a:ext uri="{FF2B5EF4-FFF2-40B4-BE49-F238E27FC236}">
                <a16:creationId xmlns:a16="http://schemas.microsoft.com/office/drawing/2014/main" id="{1BBE9D3C-9ED1-364A-965F-FEAA837CC378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1728791"/>
            <a:ext cx="4870450" cy="423863"/>
            <a:chOff x="894" y="1037"/>
            <a:chExt cx="3068" cy="267"/>
          </a:xfrm>
        </p:grpSpPr>
        <p:sp>
          <p:nvSpPr>
            <p:cNvPr id="43048" name="Text Box 39">
              <a:extLst>
                <a:ext uri="{FF2B5EF4-FFF2-40B4-BE49-F238E27FC236}">
                  <a16:creationId xmlns:a16="http://schemas.microsoft.com/office/drawing/2014/main" id="{E29C08C1-B53E-844B-8770-88A1ECFCA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43049" name="Text Box 40">
              <a:extLst>
                <a:ext uri="{FF2B5EF4-FFF2-40B4-BE49-F238E27FC236}">
                  <a16:creationId xmlns:a16="http://schemas.microsoft.com/office/drawing/2014/main" id="{0BC4E4B3-9A8E-C949-823C-3928E268E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43050" name="Text Box 41">
              <a:extLst>
                <a:ext uri="{FF2B5EF4-FFF2-40B4-BE49-F238E27FC236}">
                  <a16:creationId xmlns:a16="http://schemas.microsoft.com/office/drawing/2014/main" id="{68DAFFFE-F32F-6E4D-9EA5-852F50118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43051" name="Text Box 42">
              <a:extLst>
                <a:ext uri="{FF2B5EF4-FFF2-40B4-BE49-F238E27FC236}">
                  <a16:creationId xmlns:a16="http://schemas.microsoft.com/office/drawing/2014/main" id="{46F41C97-FEB7-B64A-8176-8E81530E9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3052" name="Text Box 43">
              <a:extLst>
                <a:ext uri="{FF2B5EF4-FFF2-40B4-BE49-F238E27FC236}">
                  <a16:creationId xmlns:a16="http://schemas.microsoft.com/office/drawing/2014/main" id="{776A45B0-CA7C-F54C-AB24-463C27088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3053" name="Text Box 44">
              <a:extLst>
                <a:ext uri="{FF2B5EF4-FFF2-40B4-BE49-F238E27FC236}">
                  <a16:creationId xmlns:a16="http://schemas.microsoft.com/office/drawing/2014/main" id="{2C85F298-C1EB-8949-8419-96BAFB2ED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3054" name="Text Box 45">
              <a:extLst>
                <a:ext uri="{FF2B5EF4-FFF2-40B4-BE49-F238E27FC236}">
                  <a16:creationId xmlns:a16="http://schemas.microsoft.com/office/drawing/2014/main" id="{DAAC9891-2AD0-7D49-A7E7-FB1EAF294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43055" name="Text Box 46">
              <a:extLst>
                <a:ext uri="{FF2B5EF4-FFF2-40B4-BE49-F238E27FC236}">
                  <a16:creationId xmlns:a16="http://schemas.microsoft.com/office/drawing/2014/main" id="{07871386-BA1E-324F-A1C0-F030991E5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2975" name="Rectangle 47">
            <a:extLst>
              <a:ext uri="{FF2B5EF4-FFF2-40B4-BE49-F238E27FC236}">
                <a16:creationId xmlns:a16="http://schemas.microsoft.com/office/drawing/2014/main" id="{FC90CE85-4B70-7E43-A9FD-DDC0EA4A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7541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04164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5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ED5BAE2-167C-1A41-BB03-C9D4D27CD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46691D2A-EBF9-5F48-A6B3-2A826E7D4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B9975EF7-6BA4-A04B-BB1E-125E9682B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839FD0B6-11F6-C840-8CCA-EFACB20E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01F69EAC-449C-864D-AC47-3D758326B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4039" name="Text Box 7">
            <a:extLst>
              <a:ext uri="{FF2B5EF4-FFF2-40B4-BE49-F238E27FC236}">
                <a16:creationId xmlns:a16="http://schemas.microsoft.com/office/drawing/2014/main" id="{731A5271-EFD6-414C-A4E3-6BD63DABF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5815B55B-7EC6-F441-BD40-AAB5686F2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E0A2030B-4C35-4D4D-BFF4-CF0994EAC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4042" name="Text Box 10">
            <a:extLst>
              <a:ext uri="{FF2B5EF4-FFF2-40B4-BE49-F238E27FC236}">
                <a16:creationId xmlns:a16="http://schemas.microsoft.com/office/drawing/2014/main" id="{6516A298-D89C-C642-A6BF-1557B43F7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54987" name="Rectangle 11">
            <a:extLst>
              <a:ext uri="{FF2B5EF4-FFF2-40B4-BE49-F238E27FC236}">
                <a16:creationId xmlns:a16="http://schemas.microsoft.com/office/drawing/2014/main" id="{C0A07FFC-BD26-CC45-89F3-F85132BCA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L:</a:t>
            </a:r>
          </a:p>
        </p:txBody>
      </p:sp>
      <p:sp>
        <p:nvSpPr>
          <p:cNvPr id="254988" name="Rectangle 12">
            <a:extLst>
              <a:ext uri="{FF2B5EF4-FFF2-40B4-BE49-F238E27FC236}">
                <a16:creationId xmlns:a16="http://schemas.microsoft.com/office/drawing/2014/main" id="{AA11D8DA-D124-6B4A-AFDC-5A4AC9B6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sp>
        <p:nvSpPr>
          <p:cNvPr id="44045" name="Text Box 13">
            <a:extLst>
              <a:ext uri="{FF2B5EF4-FFF2-40B4-BE49-F238E27FC236}">
                <a16:creationId xmlns:a16="http://schemas.microsoft.com/office/drawing/2014/main" id="{D8E7639F-B152-1D4E-B808-1A11F9CC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4046" name="Text Box 14">
            <a:extLst>
              <a:ext uri="{FF2B5EF4-FFF2-40B4-BE49-F238E27FC236}">
                <a16:creationId xmlns:a16="http://schemas.microsoft.com/office/drawing/2014/main" id="{669686F9-ED81-C745-9BDB-3CC63F876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4047" name="Text Box 15">
            <a:extLst>
              <a:ext uri="{FF2B5EF4-FFF2-40B4-BE49-F238E27FC236}">
                <a16:creationId xmlns:a16="http://schemas.microsoft.com/office/drawing/2014/main" id="{AF1C3686-FDBD-4C43-9E5B-8F3B40E5B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44048" name="Text Box 16">
            <a:extLst>
              <a:ext uri="{FF2B5EF4-FFF2-40B4-BE49-F238E27FC236}">
                <a16:creationId xmlns:a16="http://schemas.microsoft.com/office/drawing/2014/main" id="{D407F2AF-FEE1-BD46-8A2B-AE3956EB9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4049" name="Text Box 17">
            <a:extLst>
              <a:ext uri="{FF2B5EF4-FFF2-40B4-BE49-F238E27FC236}">
                <a16:creationId xmlns:a16="http://schemas.microsoft.com/office/drawing/2014/main" id="{55608580-7AA8-7045-B686-9633B21A3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4050" name="Text Box 18">
            <a:extLst>
              <a:ext uri="{FF2B5EF4-FFF2-40B4-BE49-F238E27FC236}">
                <a16:creationId xmlns:a16="http://schemas.microsoft.com/office/drawing/2014/main" id="{C26D6DB7-4EE9-5843-9D8A-9369AE5B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4051" name="Text Box 19">
            <a:extLst>
              <a:ext uri="{FF2B5EF4-FFF2-40B4-BE49-F238E27FC236}">
                <a16:creationId xmlns:a16="http://schemas.microsoft.com/office/drawing/2014/main" id="{D80B1363-BC50-3443-9365-DCDA53B5A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44052" name="Text Box 20">
            <a:extLst>
              <a:ext uri="{FF2B5EF4-FFF2-40B4-BE49-F238E27FC236}">
                <a16:creationId xmlns:a16="http://schemas.microsoft.com/office/drawing/2014/main" id="{327802B1-789A-F44B-829A-6A9F64AAD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54997" name="Rectangle 21">
            <a:extLst>
              <a:ext uri="{FF2B5EF4-FFF2-40B4-BE49-F238E27FC236}">
                <a16:creationId xmlns:a16="http://schemas.microsoft.com/office/drawing/2014/main" id="{72D826E9-0C93-EB4E-AE23-3EEB3227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R:</a:t>
            </a:r>
          </a:p>
        </p:txBody>
      </p:sp>
      <p:sp>
        <p:nvSpPr>
          <p:cNvPr id="44054" name="Text Box 22">
            <a:extLst>
              <a:ext uri="{FF2B5EF4-FFF2-40B4-BE49-F238E27FC236}">
                <a16:creationId xmlns:a16="http://schemas.microsoft.com/office/drawing/2014/main" id="{F702651F-9735-6447-80C5-6C102D2A9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4055" name="Text Box 23">
            <a:extLst>
              <a:ext uri="{FF2B5EF4-FFF2-40B4-BE49-F238E27FC236}">
                <a16:creationId xmlns:a16="http://schemas.microsoft.com/office/drawing/2014/main" id="{C72F7BFE-F420-274D-9141-FD357459C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4056" name="Text Box 24">
            <a:extLst>
              <a:ext uri="{FF2B5EF4-FFF2-40B4-BE49-F238E27FC236}">
                <a16:creationId xmlns:a16="http://schemas.microsoft.com/office/drawing/2014/main" id="{0F024BBD-C853-7248-8647-C06301278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4057" name="Text Box 25">
            <a:extLst>
              <a:ext uri="{FF2B5EF4-FFF2-40B4-BE49-F238E27FC236}">
                <a16:creationId xmlns:a16="http://schemas.microsoft.com/office/drawing/2014/main" id="{179C368D-509F-094F-8192-9B17C624E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4058" name="Text Box 26">
            <a:extLst>
              <a:ext uri="{FF2B5EF4-FFF2-40B4-BE49-F238E27FC236}">
                <a16:creationId xmlns:a16="http://schemas.microsoft.com/office/drawing/2014/main" id="{59995291-CF58-A14C-8A3B-6AE00A673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4059" name="Text Box 27">
            <a:extLst>
              <a:ext uri="{FF2B5EF4-FFF2-40B4-BE49-F238E27FC236}">
                <a16:creationId xmlns:a16="http://schemas.microsoft.com/office/drawing/2014/main" id="{C9876ABC-C158-EF4B-BF8C-91DE57EA8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4060" name="Text Box 28">
            <a:extLst>
              <a:ext uri="{FF2B5EF4-FFF2-40B4-BE49-F238E27FC236}">
                <a16:creationId xmlns:a16="http://schemas.microsoft.com/office/drawing/2014/main" id="{20AE7219-28E0-EE44-A334-4C837D6E1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4061" name="Text Box 29">
            <a:extLst>
              <a:ext uri="{FF2B5EF4-FFF2-40B4-BE49-F238E27FC236}">
                <a16:creationId xmlns:a16="http://schemas.microsoft.com/office/drawing/2014/main" id="{0E15B271-3336-EA40-B7BB-5FDCF9253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4062" name="Text Box 30">
            <a:extLst>
              <a:ext uri="{FF2B5EF4-FFF2-40B4-BE49-F238E27FC236}">
                <a16:creationId xmlns:a16="http://schemas.microsoft.com/office/drawing/2014/main" id="{F200C41A-7D1E-FF43-AF3B-BABEEF383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584200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9900"/>
                </a:solidFill>
              </a:rPr>
              <a:t>i</a:t>
            </a:r>
          </a:p>
        </p:txBody>
      </p:sp>
      <p:sp>
        <p:nvSpPr>
          <p:cNvPr id="44063" name="Text Box 31">
            <a:extLst>
              <a:ext uri="{FF2B5EF4-FFF2-40B4-BE49-F238E27FC236}">
                <a16:creationId xmlns:a16="http://schemas.microsoft.com/office/drawing/2014/main" id="{CFFE8675-58DF-524E-8670-0EB44233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1" y="5772151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4064" name="Text Box 32">
            <a:extLst>
              <a:ext uri="{FF2B5EF4-FFF2-40B4-BE49-F238E27FC236}">
                <a16:creationId xmlns:a16="http://schemas.microsoft.com/office/drawing/2014/main" id="{3F49771D-E95B-844A-B85E-F980E33C2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075" y="34305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44065" name="AutoShape 33">
            <a:extLst>
              <a:ext uri="{FF2B5EF4-FFF2-40B4-BE49-F238E27FC236}">
                <a16:creationId xmlns:a16="http://schemas.microsoft.com/office/drawing/2014/main" id="{F03F8389-E822-DD41-A364-C07DA8B3E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6" y="5370513"/>
            <a:ext cx="233363" cy="449262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66" name="AutoShape 34">
            <a:extLst>
              <a:ext uri="{FF2B5EF4-FFF2-40B4-BE49-F238E27FC236}">
                <a16:creationId xmlns:a16="http://schemas.microsoft.com/office/drawing/2014/main" id="{7DF5AF5B-14BF-A642-AD2B-38FAD4D1D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889" y="535463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67" name="AutoShape 35">
            <a:extLst>
              <a:ext uri="{FF2B5EF4-FFF2-40B4-BE49-F238E27FC236}">
                <a16:creationId xmlns:a16="http://schemas.microsoft.com/office/drawing/2014/main" id="{89F9921E-C78C-6941-BF49-7E72CBE8B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3106738"/>
            <a:ext cx="188912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4068" name="Group 36">
            <a:extLst>
              <a:ext uri="{FF2B5EF4-FFF2-40B4-BE49-F238E27FC236}">
                <a16:creationId xmlns:a16="http://schemas.microsoft.com/office/drawing/2014/main" id="{E6BBF299-8460-5A4F-BB7D-B94C30ABDB20}"/>
              </a:ext>
            </a:extLst>
          </p:cNvPr>
          <p:cNvGrpSpPr>
            <a:grpSpLocks/>
          </p:cNvGrpSpPr>
          <p:nvPr/>
        </p:nvGrpSpPr>
        <p:grpSpPr bwMode="auto">
          <a:xfrm>
            <a:off x="3294063" y="1795466"/>
            <a:ext cx="4870450" cy="423863"/>
            <a:chOff x="894" y="1037"/>
            <a:chExt cx="3068" cy="267"/>
          </a:xfrm>
        </p:grpSpPr>
        <p:sp>
          <p:nvSpPr>
            <p:cNvPr id="44070" name="Text Box 37">
              <a:extLst>
                <a:ext uri="{FF2B5EF4-FFF2-40B4-BE49-F238E27FC236}">
                  <a16:creationId xmlns:a16="http://schemas.microsoft.com/office/drawing/2014/main" id="{710901D6-D190-5D49-BA1D-4E1A9B43C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44071" name="Text Box 38">
              <a:extLst>
                <a:ext uri="{FF2B5EF4-FFF2-40B4-BE49-F238E27FC236}">
                  <a16:creationId xmlns:a16="http://schemas.microsoft.com/office/drawing/2014/main" id="{77412E1B-5F1D-1547-A186-3E892296A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44072" name="Text Box 39">
              <a:extLst>
                <a:ext uri="{FF2B5EF4-FFF2-40B4-BE49-F238E27FC236}">
                  <a16:creationId xmlns:a16="http://schemas.microsoft.com/office/drawing/2014/main" id="{ACDBD3C8-6CE7-9548-983F-41B86D30A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44073" name="Text Box 40">
              <a:extLst>
                <a:ext uri="{FF2B5EF4-FFF2-40B4-BE49-F238E27FC236}">
                  <a16:creationId xmlns:a16="http://schemas.microsoft.com/office/drawing/2014/main" id="{9482C19B-A05A-AD4D-B707-F14C11B69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4074" name="Text Box 41">
              <a:extLst>
                <a:ext uri="{FF2B5EF4-FFF2-40B4-BE49-F238E27FC236}">
                  <a16:creationId xmlns:a16="http://schemas.microsoft.com/office/drawing/2014/main" id="{E8ED6995-7AEA-DD40-97CE-7BA75B946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4075" name="Text Box 42">
              <a:extLst>
                <a:ext uri="{FF2B5EF4-FFF2-40B4-BE49-F238E27FC236}">
                  <a16:creationId xmlns:a16="http://schemas.microsoft.com/office/drawing/2014/main" id="{80C6926B-947E-D548-8ABD-84199D4DE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4076" name="Text Box 43">
              <a:extLst>
                <a:ext uri="{FF2B5EF4-FFF2-40B4-BE49-F238E27FC236}">
                  <a16:creationId xmlns:a16="http://schemas.microsoft.com/office/drawing/2014/main" id="{D7D22744-3CF1-3249-81F2-D3986B939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44077" name="Text Box 44">
              <a:extLst>
                <a:ext uri="{FF2B5EF4-FFF2-40B4-BE49-F238E27FC236}">
                  <a16:creationId xmlns:a16="http://schemas.microsoft.com/office/drawing/2014/main" id="{2A299D81-E5C1-3E4A-A1D3-1E4AB9BDC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5021" name="Rectangle 45">
            <a:extLst>
              <a:ext uri="{FF2B5EF4-FFF2-40B4-BE49-F238E27FC236}">
                <a16:creationId xmlns:a16="http://schemas.microsoft.com/office/drawing/2014/main" id="{F4CEE329-3387-7A4B-B00D-BC71BF5F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1820864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857288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7571B5B1-3324-914B-A0A3-9AB2E6E87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3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9289F491-079E-CE4C-97DD-72357C0F2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14FE6AC7-2D04-AC4D-AF5A-D4AD82DB8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00B3C172-FCD7-1E48-B938-70D73BF07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1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5062" name="Text Box 6">
            <a:extLst>
              <a:ext uri="{FF2B5EF4-FFF2-40B4-BE49-F238E27FC236}">
                <a16:creationId xmlns:a16="http://schemas.microsoft.com/office/drawing/2014/main" id="{BD67C8D6-3319-9941-868C-95F4E8DFF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5063" name="Text Box 7">
            <a:extLst>
              <a:ext uri="{FF2B5EF4-FFF2-40B4-BE49-F238E27FC236}">
                <a16:creationId xmlns:a16="http://schemas.microsoft.com/office/drawing/2014/main" id="{F9CB403D-5336-084B-9F3B-80A252132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3819B24F-C79D-3E45-8D9A-5DB462A42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5065" name="Text Box 9">
            <a:extLst>
              <a:ext uri="{FF2B5EF4-FFF2-40B4-BE49-F238E27FC236}">
                <a16:creationId xmlns:a16="http://schemas.microsoft.com/office/drawing/2014/main" id="{557F7965-8B11-B242-B48D-BBC083F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AU" alt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57034" name="Rectangle 10">
            <a:extLst>
              <a:ext uri="{FF2B5EF4-FFF2-40B4-BE49-F238E27FC236}">
                <a16:creationId xmlns:a16="http://schemas.microsoft.com/office/drawing/2014/main" id="{571BE4C5-F59E-C74B-B230-0957E8D84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3" y="2533651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B:</a:t>
            </a:r>
          </a:p>
        </p:txBody>
      </p:sp>
      <p:grpSp>
        <p:nvGrpSpPr>
          <p:cNvPr id="45067" name="Group 12">
            <a:extLst>
              <a:ext uri="{FF2B5EF4-FFF2-40B4-BE49-F238E27FC236}">
                <a16:creationId xmlns:a16="http://schemas.microsoft.com/office/drawing/2014/main" id="{FB74516A-8C8F-E847-8D41-4C036BED97AF}"/>
              </a:ext>
            </a:extLst>
          </p:cNvPr>
          <p:cNvGrpSpPr>
            <a:grpSpLocks/>
          </p:cNvGrpSpPr>
          <p:nvPr/>
        </p:nvGrpSpPr>
        <p:grpSpPr bwMode="auto">
          <a:xfrm>
            <a:off x="3294063" y="1881191"/>
            <a:ext cx="4870450" cy="423863"/>
            <a:chOff x="894" y="1037"/>
            <a:chExt cx="3068" cy="267"/>
          </a:xfrm>
        </p:grpSpPr>
        <p:sp>
          <p:nvSpPr>
            <p:cNvPr id="45072" name="Text Box 13">
              <a:extLst>
                <a:ext uri="{FF2B5EF4-FFF2-40B4-BE49-F238E27FC236}">
                  <a16:creationId xmlns:a16="http://schemas.microsoft.com/office/drawing/2014/main" id="{2BAA119B-04E5-3944-A94E-AADCB6000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45073" name="Text Box 14">
              <a:extLst>
                <a:ext uri="{FF2B5EF4-FFF2-40B4-BE49-F238E27FC236}">
                  <a16:creationId xmlns:a16="http://schemas.microsoft.com/office/drawing/2014/main" id="{F23D0A35-35E6-464F-9F59-B2D0FBDDD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45074" name="Text Box 15">
              <a:extLst>
                <a:ext uri="{FF2B5EF4-FFF2-40B4-BE49-F238E27FC236}">
                  <a16:creationId xmlns:a16="http://schemas.microsoft.com/office/drawing/2014/main" id="{EA6C4903-A35A-2347-8E85-09C8ED2E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45075" name="Text Box 16">
              <a:extLst>
                <a:ext uri="{FF2B5EF4-FFF2-40B4-BE49-F238E27FC236}">
                  <a16:creationId xmlns:a16="http://schemas.microsoft.com/office/drawing/2014/main" id="{6A8C3773-23B7-C540-881F-29C153777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5076" name="Text Box 17">
              <a:extLst>
                <a:ext uri="{FF2B5EF4-FFF2-40B4-BE49-F238E27FC236}">
                  <a16:creationId xmlns:a16="http://schemas.microsoft.com/office/drawing/2014/main" id="{A30C4064-5689-884A-A3DE-835954FA6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5077" name="Text Box 18">
              <a:extLst>
                <a:ext uri="{FF2B5EF4-FFF2-40B4-BE49-F238E27FC236}">
                  <a16:creationId xmlns:a16="http://schemas.microsoft.com/office/drawing/2014/main" id="{86736FBF-9171-8346-8C54-45652FA03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5078" name="Text Box 19">
              <a:extLst>
                <a:ext uri="{FF2B5EF4-FFF2-40B4-BE49-F238E27FC236}">
                  <a16:creationId xmlns:a16="http://schemas.microsoft.com/office/drawing/2014/main" id="{28AD146C-399B-BF46-B80C-A80A6FD87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45079" name="Text Box 20">
              <a:extLst>
                <a:ext uri="{FF2B5EF4-FFF2-40B4-BE49-F238E27FC236}">
                  <a16:creationId xmlns:a16="http://schemas.microsoft.com/office/drawing/2014/main" id="{086B5527-B233-154D-BDEC-68238ECB5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AU" altLang="en-US" sz="24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7045" name="Rectangle 21">
            <a:extLst>
              <a:ext uri="{FF2B5EF4-FFF2-40B4-BE49-F238E27FC236}">
                <a16:creationId xmlns:a16="http://schemas.microsoft.com/office/drawing/2014/main" id="{ADBFDD15-57B0-1C44-A04A-814BA55D9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1606551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A:</a:t>
            </a:r>
          </a:p>
        </p:txBody>
      </p:sp>
      <p:sp>
        <p:nvSpPr>
          <p:cNvPr id="45069" name="AutoShape 22">
            <a:extLst>
              <a:ext uri="{FF2B5EF4-FFF2-40B4-BE49-F238E27FC236}">
                <a16:creationId xmlns:a16="http://schemas.microsoft.com/office/drawing/2014/main" id="{6E4BB570-9F90-8E45-A096-F17795347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51" y="2047875"/>
            <a:ext cx="434975" cy="158750"/>
          </a:xfrm>
          <a:prstGeom prst="leftArrow">
            <a:avLst>
              <a:gd name="adj1" fmla="val 50000"/>
              <a:gd name="adj2" fmla="val 68500"/>
            </a:avLst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45070" name="Line 23">
            <a:extLst>
              <a:ext uri="{FF2B5EF4-FFF2-40B4-BE49-F238E27FC236}">
                <a16:creationId xmlns:a16="http://schemas.microsoft.com/office/drawing/2014/main" id="{6F0147CB-A5E7-2B4E-8498-B472E98681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83663" y="2119313"/>
            <a:ext cx="30162" cy="754062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1" name="Line 24">
            <a:extLst>
              <a:ext uri="{FF2B5EF4-FFF2-40B4-BE49-F238E27FC236}">
                <a16:creationId xmlns:a16="http://schemas.microsoft.com/office/drawing/2014/main" id="{16DEB038-3803-F445-9D50-DF5BDF06C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7250" y="2859089"/>
            <a:ext cx="522288" cy="2857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09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1" descr="img5">
            <a:extLst>
              <a:ext uri="{FF2B5EF4-FFF2-40B4-BE49-F238E27FC236}">
                <a16:creationId xmlns:a16="http://schemas.microsoft.com/office/drawing/2014/main" id="{C77491C1-8581-3842-93D0-CEEC3C904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"/>
            <a:ext cx="83058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651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BA64524-97CB-D540-90EF-A5FEC96E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04801"/>
            <a:ext cx="8382000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sort a set of elements using Merge sort algorithm.</a:t>
            </a:r>
            <a:endParaRPr lang="en-US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#include&lt;time.h&gt;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#include&lt;iostream.h&gt;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#include&lt;stdlib.h&gt;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#include&lt;conio.h&gt;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#define max 100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void mergesort(int[100],int,int);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void merge(int[100],int,int,int);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a[max];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void main()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i,n;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clock_t s,e;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clrscr();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cout&lt;&lt;"Enter the no.of elements\n";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cin&gt;&gt;n;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cout&lt;&lt;"Elements of the array before sorting\n";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for(i=0;i&lt;n;i++)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a[i]=rand()%1000;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cout&lt;&lt;a[i]&lt;&lt;"\t";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}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s=clock();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mergesort(a,0,n-1);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e=clock();</a:t>
            </a:r>
            <a:endParaRPr lang="en-IN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701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>
            <a:extLst>
              <a:ext uri="{FF2B5EF4-FFF2-40B4-BE49-F238E27FC236}">
                <a16:creationId xmlns:a16="http://schemas.microsoft.com/office/drawing/2014/main" id="{3807DB57-0C84-C442-912E-D31C00920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04800"/>
            <a:ext cx="8229600" cy="600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cout&lt;&lt;"\nElements of the array after sorting\n";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for(i=0;i&lt;n;i++)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cout&lt;&lt;a[i]&lt;&lt;"\t";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cout&lt;&lt;"\nthe time taken="&lt;&lt;(e-s)/CLK_TCK&lt;&lt;endl;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getch();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mergesort(int a[100],int low,int high)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altLang="en-US" sz="80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mid;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if(high&gt;low)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mid=(low+high)/2;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mergesort(a,low,mid);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mergesort(a,mid+1,high);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merge(a,low,mid,high);</a:t>
            </a:r>
            <a:endParaRPr lang="en-US" altLang="en-US" sz="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}</a:t>
            </a: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merge(int a[100],int low,int mid,int high)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IN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h=low,j=mid+1,i=low,b[max],k;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while((h&lt;=mid)&amp;&amp;(j&lt;=high))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 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if(a[h]&lt;=a[j])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b[i]=a[h];  h=h+1; }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b[i]=a[j];  j=j+1;  }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i=i+1;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if(h&gt;mid)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for(k=j;k&lt;=high;k++)  {  b[i]=a[k];   i++;  } }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  for(k=h;k&lt;=mid;k++)  {  b[i]=a[k];  i++;  } }</a:t>
            </a:r>
            <a:endParaRPr lang="en-IN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ea typeface="Calibri" panose="020F0502020204030204" pitchFamily="34" charset="0"/>
                <a:cs typeface="Times New Roman" panose="02020603050405020304" pitchFamily="18" charset="0"/>
              </a:rPr>
              <a:t>for(k=low;k&lt;=high;k++)</a:t>
            </a:r>
            <a:endParaRPr lang="en-IN" altLang="en-US" sz="12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ea typeface="Calibri" panose="020F0502020204030204" pitchFamily="34" charset="0"/>
                <a:cs typeface="Times New Roman" panose="02020603050405020304" pitchFamily="18" charset="0"/>
              </a:rPr>
              <a:t>a[k]=b[k];</a:t>
            </a:r>
            <a:endParaRPr lang="en-IN" altLang="en-US" sz="12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sz="1200"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altLang="en-US" sz="12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22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>
            <a:extLst>
              <a:ext uri="{FF2B5EF4-FFF2-40B4-BE49-F238E27FC236}">
                <a16:creationId xmlns:a16="http://schemas.microsoft.com/office/drawing/2014/main" id="{A0E470E2-CE00-8F47-819A-1395D4B37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762001"/>
            <a:ext cx="7848600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472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78ED404-84D8-4047-995F-B5EE36399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28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Divide and Conquer Technique</a:t>
            </a:r>
            <a:endParaRPr lang="en-US" sz="28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B3AE78-6422-8549-A4A1-82606E6E0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28800"/>
            <a:ext cx="7620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200" u="sng" ker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General Method: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defRPr/>
            </a:pPr>
            <a:endParaRPr lang="en-US" sz="2200" u="sng" kern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900" kern="0">
                <a:latin typeface="Times New Roman" pitchFamily="18" charset="0"/>
                <a:cs typeface="Times New Roman" pitchFamily="18" charset="0"/>
              </a:rPr>
              <a:t>Divide and Conquer Technique splits n inputs into k subsets ,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900" kern="0">
                <a:latin typeface="Times New Roman" pitchFamily="18" charset="0"/>
                <a:cs typeface="Times New Roman" pitchFamily="18" charset="0"/>
              </a:rPr>
              <a:t>         1&lt; k ≤ n, yielding k sub problems.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endParaRPr lang="en-US" sz="1900" kern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1900" kern="0">
                <a:latin typeface="Times New Roman" pitchFamily="18" charset="0"/>
                <a:cs typeface="Times New Roman" pitchFamily="18" charset="0"/>
              </a:rPr>
              <a:t>These sub problems will be solved and then combined by using a separate method to get a solution to a whole problem.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endParaRPr lang="en-US" sz="1900" kern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1900" kern="0">
                <a:latin typeface="Times New Roman" pitchFamily="18" charset="0"/>
                <a:cs typeface="Times New Roman" pitchFamily="18" charset="0"/>
              </a:rPr>
              <a:t>If the sub problems are large, then the Divide and Conquer Technique will be reapplied.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endParaRPr lang="en-US" sz="1900" kern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1900" kern="0">
                <a:latin typeface="Times New Roman" pitchFamily="18" charset="0"/>
                <a:cs typeface="Times New Roman" pitchFamily="18" charset="0"/>
              </a:rPr>
              <a:t>Often sub problems resulting from a Divide and Conquer Technique are of the same type as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2325750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95949AF-AA42-4E46-9EA8-4DD56470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5313" y="100013"/>
            <a:ext cx="8229600" cy="906462"/>
          </a:xfrm>
        </p:spPr>
        <p:txBody>
          <a:bodyPr/>
          <a:lstStyle/>
          <a:p>
            <a:r>
              <a:rPr lang="en-US" altLang="en-US"/>
              <a:t>Divide-and-Conquer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FF9C2B2-E838-F445-9594-94300CB42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1214439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/>
              <a:t>Divide</a:t>
            </a:r>
            <a:r>
              <a:rPr lang="en-US" sz="2400" kern="0"/>
              <a:t> the problem into a number of sub-problems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/>
              <a:t>Similar sub-problems of smaller size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/>
              <a:t>Conquer</a:t>
            </a:r>
            <a:r>
              <a:rPr lang="en-US" sz="2400" kern="0"/>
              <a:t> the sub-problems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/>
              <a:t>Solve the sub-problems </a:t>
            </a:r>
            <a:r>
              <a:rPr lang="en-US" sz="2000" u="sng" kern="0"/>
              <a:t>recursively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/>
              <a:t>Sub-problem size small enough </a:t>
            </a:r>
            <a:r>
              <a:rPr lang="en-US" sz="2000" kern="0">
                <a:sym typeface="Symbol" pitchFamily="18" charset="2"/>
              </a:rPr>
              <a:t> solve the problems in straightforward manner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/>
              <a:t>Combine</a:t>
            </a:r>
            <a:r>
              <a:rPr lang="en-US" sz="2400" kern="0"/>
              <a:t> the solutions of the sub-problems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/>
              <a:t>Obtain the solution for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848303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9E1B31BA-2013-994F-BB6A-F958B4C89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46238"/>
            <a:ext cx="83820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>
                <a:ea typeface="굴림" panose="020B0600000101010101" pitchFamily="34" charset="-127"/>
              </a:rPr>
              <a:t>Asymptotic efficiency means study of  algorithms efficiency for large inputs.</a:t>
            </a:r>
          </a:p>
          <a:p>
            <a:pPr eaLnBrk="1" hangingPunct="1">
              <a:lnSpc>
                <a:spcPct val="80000"/>
              </a:lnSpc>
            </a:pPr>
            <a:endParaRPr lang="en-US" altLang="ko-KR">
              <a:ea typeface="굴림" panose="020B0600000101010101" pitchFamily="34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>
                <a:ea typeface="굴림" panose="020B0600000101010101" pitchFamily="34" charset="-127"/>
              </a:rPr>
              <a:t>To compare two algorithms with running times </a:t>
            </a:r>
            <a:r>
              <a:rPr lang="en-US" altLang="ko-KR" i="1">
                <a:ea typeface="굴림" panose="020B0600000101010101" pitchFamily="34" charset="-127"/>
              </a:rPr>
              <a:t>f(n)</a:t>
            </a:r>
            <a:r>
              <a:rPr lang="en-US" altLang="ko-KR">
                <a:ea typeface="굴림" panose="020B0600000101010101" pitchFamily="34" charset="-127"/>
              </a:rPr>
              <a:t> and </a:t>
            </a:r>
            <a:r>
              <a:rPr lang="en-US" altLang="ko-KR" i="1">
                <a:ea typeface="굴림" panose="020B0600000101010101" pitchFamily="34" charset="-127"/>
              </a:rPr>
              <a:t>g(n),</a:t>
            </a:r>
            <a:r>
              <a:rPr lang="en-US" altLang="ko-KR">
                <a:ea typeface="굴림" panose="020B0600000101010101" pitchFamily="34" charset="-127"/>
              </a:rPr>
              <a:t> we need a </a:t>
            </a:r>
            <a:r>
              <a:rPr lang="en-US" altLang="ko-KR">
                <a:solidFill>
                  <a:srgbClr val="FF3399"/>
                </a:solidFill>
                <a:ea typeface="굴림" panose="020B0600000101010101" pitchFamily="34" charset="-127"/>
              </a:rPr>
              <a:t>rough measure</a:t>
            </a:r>
            <a:r>
              <a:rPr lang="en-US" altLang="ko-KR">
                <a:ea typeface="굴림" panose="020B0600000101010101" pitchFamily="34" charset="-127"/>
              </a:rPr>
              <a:t> that characterizes </a:t>
            </a:r>
            <a:r>
              <a:rPr lang="en-US" altLang="ko-KR">
                <a:solidFill>
                  <a:srgbClr val="FF3399"/>
                </a:solidFill>
                <a:ea typeface="굴림" panose="020B0600000101010101" pitchFamily="34" charset="-127"/>
              </a:rPr>
              <a:t>how fast each function grows </a:t>
            </a:r>
            <a:r>
              <a:rPr lang="en-US" altLang="ko-KR">
                <a:ea typeface="굴림" panose="020B0600000101010101" pitchFamily="34" charset="-127"/>
              </a:rPr>
              <a:t>as n grows.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ko-KR">
              <a:ea typeface="굴림" panose="020B0600000101010101" pitchFamily="34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i="1" u="sng">
                <a:solidFill>
                  <a:srgbClr val="FF3399"/>
                </a:solidFill>
                <a:ea typeface="굴림" panose="020B0600000101010101" pitchFamily="34" charset="-127"/>
              </a:rPr>
              <a:t>Hint:</a:t>
            </a:r>
            <a:r>
              <a:rPr lang="en-US" altLang="ko-KR">
                <a:ea typeface="굴림" panose="020B0600000101010101" pitchFamily="34" charset="-127"/>
              </a:rPr>
              <a:t> use </a:t>
            </a:r>
            <a:r>
              <a:rPr lang="en-US" altLang="ko-KR" i="1">
                <a:ea typeface="굴림" panose="020B0600000101010101" pitchFamily="34" charset="-127"/>
              </a:rPr>
              <a:t>rate of growth</a:t>
            </a:r>
            <a:r>
              <a:rPr lang="en-US" altLang="ko-KR">
                <a:ea typeface="굴림" panose="020B0600000101010101" pitchFamily="34" charset="-127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>
                <a:ea typeface="굴림" panose="020B0600000101010101" pitchFamily="34" charset="-127"/>
              </a:rPr>
              <a:t>Compare functions </a:t>
            </a:r>
            <a:r>
              <a:rPr lang="en-US" altLang="ko-KR" b="1">
                <a:ea typeface="굴림" panose="020B0600000101010101" pitchFamily="34" charset="-127"/>
              </a:rPr>
              <a:t>asymptotically!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ko-KR">
                <a:ea typeface="굴림" panose="020B0600000101010101" pitchFamily="34" charset="-127"/>
              </a:rPr>
              <a:t>(i.e., </a:t>
            </a:r>
            <a:r>
              <a:rPr lang="en-US" altLang="ko-KR">
                <a:solidFill>
                  <a:srgbClr val="FF3399"/>
                </a:solidFill>
                <a:ea typeface="굴림" panose="020B0600000101010101" pitchFamily="34" charset="-127"/>
              </a:rPr>
              <a:t>for large values of </a:t>
            </a:r>
            <a:r>
              <a:rPr lang="en-US" altLang="ko-KR" i="1">
                <a:solidFill>
                  <a:srgbClr val="FF3399"/>
                </a:solidFill>
                <a:ea typeface="굴림" panose="020B0600000101010101" pitchFamily="34" charset="-127"/>
              </a:rPr>
              <a:t>n</a:t>
            </a:r>
            <a:r>
              <a:rPr lang="en-US" altLang="ko-KR">
                <a:ea typeface="굴림" panose="020B0600000101010101" pitchFamily="34" charset="-127"/>
              </a:rPr>
              <a:t>)</a:t>
            </a:r>
            <a:endParaRPr lang="en-US" altLang="en-US">
              <a:ea typeface="굴림" panose="020B0600000101010101" pitchFamily="34" charset="-127"/>
            </a:endParaRP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D7DA4CED-700E-5345-91A1-3FD3C4C1B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/>
              <a:t>Asymptotic efficiency</a:t>
            </a:r>
          </a:p>
        </p:txBody>
      </p:sp>
    </p:spTree>
    <p:extLst>
      <p:ext uri="{BB962C8B-B14F-4D97-AF65-F5344CB8AC3E}">
        <p14:creationId xmlns:p14="http://schemas.microsoft.com/office/powerpoint/2010/main" val="4194678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D5478C1C-7A9A-3241-BB6F-0D053626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57201"/>
            <a:ext cx="822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04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Analysis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7DBA553E-DCFC-954A-812F-EE0858265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1"/>
            <a:ext cx="8534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8528" tIns="152352" rIns="0" bIns="380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If the time for the merging operations is proportional to ‘n’, then the computing time for merge sort is described by the recurrence relation.</a:t>
            </a:r>
          </a:p>
          <a:p>
            <a:endParaRPr lang="en-US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   T(n) =    { a                             n=1,’a’ a constant</a:t>
            </a:r>
            <a:endParaRPr lang="en-US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2T(n/2)+cn            n&gt;1,’c’ a constant.</a:t>
            </a:r>
            <a:endParaRPr lang="en-US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1897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g6">
            <a:extLst>
              <a:ext uri="{FF2B5EF4-FFF2-40B4-BE49-F238E27FC236}">
                <a16:creationId xmlns:a16="http://schemas.microsoft.com/office/drawing/2014/main" id="{65719E7F-A756-DE4E-8D22-A97713862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1" y="914400"/>
            <a:ext cx="8220075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5525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443EA5A-8E3C-7548-A0A9-CEBC1CDF2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Summary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CEC527-1099-974F-AF3C-310E99A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1196975"/>
            <a:ext cx="82296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3200" kern="0">
                <a:solidFill>
                  <a:srgbClr val="FF0000"/>
                </a:solidFill>
              </a:rPr>
              <a:t>Merge-Sort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Most of the work done in combining the solutions.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Best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 log(n))</a:t>
            </a:r>
            <a:r>
              <a:rPr lang="en-US" sz="2800" kern="0"/>
              <a:t> time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Average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 log(n))</a:t>
            </a:r>
            <a:r>
              <a:rPr lang="en-US" sz="2800" kern="0"/>
              <a:t> time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Worst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 log(n))</a:t>
            </a:r>
            <a:r>
              <a:rPr lang="en-US" sz="2800" kern="0"/>
              <a:t> time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596051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663E58-5691-D24C-B9BA-FEB2AFE99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5313" y="100013"/>
            <a:ext cx="8229600" cy="906462"/>
          </a:xfrm>
        </p:spPr>
        <p:txBody>
          <a:bodyPr/>
          <a:lstStyle/>
          <a:p>
            <a:r>
              <a:rPr lang="en-US" altLang="en-US">
                <a:solidFill>
                  <a:srgbClr val="CC00FF"/>
                </a:solidFill>
              </a:rPr>
              <a:t>Quicksort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01B4EA-B7F0-D04A-BC0B-E12EECECC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1214439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3200" kern="0" dirty="0">
                <a:latin typeface="Times New Roman" pitchFamily="18" charset="0"/>
                <a:cs typeface="Times New Roman" pitchFamily="18" charset="0"/>
              </a:rPr>
              <a:t>Sort an array A[p…r]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Divide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Partition the array A into 2 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subarrays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A[p..q] and A[q+1..r], such that each element of A[p..q] is smaller than or equal to each element in A[q+1..r]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Need to find index q to partition the array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defRPr/>
            </a:pPr>
            <a:endParaRPr lang="en-US" sz="2800" kern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65F575DD-7513-4F41-BE46-1AEB7088D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4135438"/>
            <a:ext cx="4837113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9" name="Group 30">
            <a:extLst>
              <a:ext uri="{FF2B5EF4-FFF2-40B4-BE49-F238E27FC236}">
                <a16:creationId xmlns:a16="http://schemas.microsoft.com/office/drawing/2014/main" id="{76E76E0F-5A02-BD45-B405-B2826935EE02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157289"/>
            <a:ext cx="3352800" cy="1019175"/>
            <a:chOff x="3216" y="729"/>
            <a:chExt cx="2112" cy="642"/>
          </a:xfrm>
        </p:grpSpPr>
        <p:grpSp>
          <p:nvGrpSpPr>
            <p:cNvPr id="6152" name="Group 31">
              <a:extLst>
                <a:ext uri="{FF2B5EF4-FFF2-40B4-BE49-F238E27FC236}">
                  <a16:creationId xmlns:a16="http://schemas.microsoft.com/office/drawing/2014/main" id="{DB338E1E-393B-C447-9E90-308D460D3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5" y="1104"/>
              <a:ext cx="2083" cy="267"/>
              <a:chOff x="480" y="1152"/>
              <a:chExt cx="2083" cy="267"/>
            </a:xfrm>
          </p:grpSpPr>
          <p:sp>
            <p:nvSpPr>
              <p:cNvPr id="6156" name="Rectangle 32">
                <a:extLst>
                  <a:ext uri="{FF2B5EF4-FFF2-40B4-BE49-F238E27FC236}">
                    <a16:creationId xmlns:a16="http://schemas.microsoft.com/office/drawing/2014/main" id="{73309364-9F3D-A14E-AAEE-F9461C673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57" name="Rectangle 33">
                <a:extLst>
                  <a:ext uri="{FF2B5EF4-FFF2-40B4-BE49-F238E27FC236}">
                    <a16:creationId xmlns:a16="http://schemas.microsoft.com/office/drawing/2014/main" id="{1D1B618E-2554-8248-ACA8-8C1DF4F82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2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58" name="Rectangle 34">
                <a:extLst>
                  <a:ext uri="{FF2B5EF4-FFF2-40B4-BE49-F238E27FC236}">
                    <a16:creationId xmlns:a16="http://schemas.microsoft.com/office/drawing/2014/main" id="{9D80E102-E92A-9E41-A531-10C90346F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59" name="Rectangle 35">
                <a:extLst>
                  <a:ext uri="{FF2B5EF4-FFF2-40B4-BE49-F238E27FC236}">
                    <a16:creationId xmlns:a16="http://schemas.microsoft.com/office/drawing/2014/main" id="{0D848DD8-002E-1543-A8EC-5634CB118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2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60" name="Rectangle 36">
                <a:extLst>
                  <a:ext uri="{FF2B5EF4-FFF2-40B4-BE49-F238E27FC236}">
                    <a16:creationId xmlns:a16="http://schemas.microsoft.com/office/drawing/2014/main" id="{20DFF69B-65AC-F542-9A54-7B34E98F9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1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61" name="Rectangle 37">
                <a:extLst>
                  <a:ext uri="{FF2B5EF4-FFF2-40B4-BE49-F238E27FC236}">
                    <a16:creationId xmlns:a16="http://schemas.microsoft.com/office/drawing/2014/main" id="{32E87F45-78DF-7545-8CF1-9B22B8FD2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62" name="Rectangle 38">
                <a:extLst>
                  <a:ext uri="{FF2B5EF4-FFF2-40B4-BE49-F238E27FC236}">
                    <a16:creationId xmlns:a16="http://schemas.microsoft.com/office/drawing/2014/main" id="{5DFA24ED-6B2E-8741-9F19-2BF3A0B67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63" name="Rectangle 39">
                <a:extLst>
                  <a:ext uri="{FF2B5EF4-FFF2-40B4-BE49-F238E27FC236}">
                    <a16:creationId xmlns:a16="http://schemas.microsoft.com/office/drawing/2014/main" id="{02913E1F-2BD0-E044-ABB8-5DB18F9E1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64" name="Line 40">
                <a:extLst>
                  <a:ext uri="{FF2B5EF4-FFF2-40B4-BE49-F238E27FC236}">
                    <a16:creationId xmlns:a16="http://schemas.microsoft.com/office/drawing/2014/main" id="{65480B72-0B58-9747-AEB1-8EBB61A59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208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5" name="Line 41">
                <a:extLst>
                  <a:ext uri="{FF2B5EF4-FFF2-40B4-BE49-F238E27FC236}">
                    <a16:creationId xmlns:a16="http://schemas.microsoft.com/office/drawing/2014/main" id="{A06135BB-F226-2045-AE6D-67038412B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419"/>
                <a:ext cx="208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6" name="Line 42">
                <a:extLst>
                  <a:ext uri="{FF2B5EF4-FFF2-40B4-BE49-F238E27FC236}">
                    <a16:creationId xmlns:a16="http://schemas.microsoft.com/office/drawing/2014/main" id="{3E4AD9C3-96E9-2F43-886D-D57AAEE7D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7" name="Line 43">
                <a:extLst>
                  <a:ext uri="{FF2B5EF4-FFF2-40B4-BE49-F238E27FC236}">
                    <a16:creationId xmlns:a16="http://schemas.microsoft.com/office/drawing/2014/main" id="{915D2221-C0FD-544B-A0B5-2AD80F568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0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8" name="Line 44">
                <a:extLst>
                  <a:ext uri="{FF2B5EF4-FFF2-40B4-BE49-F238E27FC236}">
                    <a16:creationId xmlns:a16="http://schemas.microsoft.com/office/drawing/2014/main" id="{C664E8AB-5E7F-8842-9746-384BBD490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1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9" name="Line 45">
                <a:extLst>
                  <a:ext uri="{FF2B5EF4-FFF2-40B4-BE49-F238E27FC236}">
                    <a16:creationId xmlns:a16="http://schemas.microsoft.com/office/drawing/2014/main" id="{F9A1C793-E5F8-3642-A8C0-5BA215C9F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1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0" name="Line 46">
                <a:extLst>
                  <a:ext uri="{FF2B5EF4-FFF2-40B4-BE49-F238E27FC236}">
                    <a16:creationId xmlns:a16="http://schemas.microsoft.com/office/drawing/2014/main" id="{991D3B5E-BA19-D142-B2C1-A3C94ECE8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1" name="Line 47">
                <a:extLst>
                  <a:ext uri="{FF2B5EF4-FFF2-40B4-BE49-F238E27FC236}">
                    <a16:creationId xmlns:a16="http://schemas.microsoft.com/office/drawing/2014/main" id="{5DBC6CAE-EA76-7842-B29C-5892D2552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2" name="Line 48">
                <a:extLst>
                  <a:ext uri="{FF2B5EF4-FFF2-40B4-BE49-F238E27FC236}">
                    <a16:creationId xmlns:a16="http://schemas.microsoft.com/office/drawing/2014/main" id="{90B6AC3C-0296-F143-B82F-DCA0D4B9A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3" name="Line 49">
                <a:extLst>
                  <a:ext uri="{FF2B5EF4-FFF2-40B4-BE49-F238E27FC236}">
                    <a16:creationId xmlns:a16="http://schemas.microsoft.com/office/drawing/2014/main" id="{109122A0-A6F5-FB45-9973-0479EE14C7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3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4" name="Line 50">
                <a:extLst>
                  <a:ext uri="{FF2B5EF4-FFF2-40B4-BE49-F238E27FC236}">
                    <a16:creationId xmlns:a16="http://schemas.microsoft.com/office/drawing/2014/main" id="{60E44D15-1A8E-FE43-85A1-450CD9FD3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15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53" name="AutoShape 51">
              <a:extLst>
                <a:ext uri="{FF2B5EF4-FFF2-40B4-BE49-F238E27FC236}">
                  <a16:creationId xmlns:a16="http://schemas.microsoft.com/office/drawing/2014/main" id="{3212CC86-E578-B647-A481-17E6240FC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816" y="312"/>
              <a:ext cx="96" cy="1296"/>
            </a:xfrm>
            <a:prstGeom prst="leftBrace">
              <a:avLst>
                <a:gd name="adj1" fmla="val 112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154" name="AutoShape 52">
              <a:extLst>
                <a:ext uri="{FF2B5EF4-FFF2-40B4-BE49-F238E27FC236}">
                  <a16:creationId xmlns:a16="http://schemas.microsoft.com/office/drawing/2014/main" id="{5695B2F2-2A3B-B141-9399-E9E03E835D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96" y="576"/>
              <a:ext cx="96" cy="768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155" name="Text Box 53">
              <a:extLst>
                <a:ext uri="{FF2B5EF4-FFF2-40B4-BE49-F238E27FC236}">
                  <a16:creationId xmlns:a16="http://schemas.microsoft.com/office/drawing/2014/main" id="{F63CE8E5-FF69-DA43-AAD8-795D16B8F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29"/>
              <a:ext cx="1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cs typeface="Arial" panose="020B0604020202020204" pitchFamily="34" charset="0"/>
                </a:rPr>
                <a:t>≤</a:t>
              </a:r>
            </a:p>
          </p:txBody>
        </p:sp>
      </p:grpSp>
      <p:sp>
        <p:nvSpPr>
          <p:cNvPr id="6150" name="Text Box 54">
            <a:extLst>
              <a:ext uri="{FF2B5EF4-FFF2-40B4-BE49-F238E27FC236}">
                <a16:creationId xmlns:a16="http://schemas.microsoft.com/office/drawing/2014/main" id="{BD50D476-FC69-A84A-83B8-1632A7417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1" y="1066801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Comic Sans MS" panose="030F0902030302020204" pitchFamily="66" charset="0"/>
              </a:rPr>
              <a:t>A[p…q]</a:t>
            </a:r>
          </a:p>
        </p:txBody>
      </p:sp>
      <p:sp>
        <p:nvSpPr>
          <p:cNvPr id="6151" name="Text Box 55">
            <a:extLst>
              <a:ext uri="{FF2B5EF4-FFF2-40B4-BE49-F238E27FC236}">
                <a16:creationId xmlns:a16="http://schemas.microsoft.com/office/drawing/2014/main" id="{72082305-1AAC-A14D-9333-371E964A3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1066801"/>
            <a:ext cx="111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Comic Sans MS" panose="030F0902030302020204" pitchFamily="66" charset="0"/>
              </a:rPr>
              <a:t>A[q+1…r]</a:t>
            </a:r>
          </a:p>
        </p:txBody>
      </p:sp>
    </p:spTree>
    <p:extLst>
      <p:ext uri="{BB962C8B-B14F-4D97-AF65-F5344CB8AC3E}">
        <p14:creationId xmlns:p14="http://schemas.microsoft.com/office/powerpoint/2010/main" val="4041802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89CD1B4-C12E-BE4B-82B2-7A5B43309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1"/>
            <a:ext cx="8229600" cy="906463"/>
          </a:xfrm>
        </p:spPr>
        <p:txBody>
          <a:bodyPr/>
          <a:lstStyle/>
          <a:p>
            <a:r>
              <a:rPr lang="en-US" altLang="en-US" sz="2800">
                <a:solidFill>
                  <a:srgbClr val="CC00FF"/>
                </a:solidFill>
              </a:rPr>
              <a:t>Quicksort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2024B-1D50-6244-A790-064CF71DC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1214439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defRPr/>
            </a:pPr>
            <a:endParaRPr lang="en-US" sz="2400" kern="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b="1" kern="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Conquer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Recursively sort A[p..q] and A[q+1..r] using Quicksort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Combine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Trivial: the arrays are sorted in place </a:t>
            </a:r>
            <a:endParaRPr lang="en-US" sz="2400" kern="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No additional work is required to combine them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entire array is now sorted</a:t>
            </a:r>
          </a:p>
        </p:txBody>
      </p:sp>
      <p:sp>
        <p:nvSpPr>
          <p:cNvPr id="7172" name="Text Box 26">
            <a:extLst>
              <a:ext uri="{FF2B5EF4-FFF2-40B4-BE49-F238E27FC236}">
                <a16:creationId xmlns:a16="http://schemas.microsoft.com/office/drawing/2014/main" id="{BFCA090B-5CE6-6447-9E26-70EB0CCC0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1" y="1066801"/>
            <a:ext cx="1173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</a:rPr>
              <a:t>A[p…q]</a:t>
            </a:r>
          </a:p>
        </p:txBody>
      </p:sp>
      <p:sp>
        <p:nvSpPr>
          <p:cNvPr id="7173" name="Text Box 27">
            <a:extLst>
              <a:ext uri="{FF2B5EF4-FFF2-40B4-BE49-F238E27FC236}">
                <a16:creationId xmlns:a16="http://schemas.microsoft.com/office/drawing/2014/main" id="{9824DBA7-74C2-754B-8934-E3913344D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1066801"/>
            <a:ext cx="1441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</a:rPr>
              <a:t>A[q+1…r]</a:t>
            </a:r>
          </a:p>
        </p:txBody>
      </p:sp>
      <p:grpSp>
        <p:nvGrpSpPr>
          <p:cNvPr id="7174" name="Group 29">
            <a:extLst>
              <a:ext uri="{FF2B5EF4-FFF2-40B4-BE49-F238E27FC236}">
                <a16:creationId xmlns:a16="http://schemas.microsoft.com/office/drawing/2014/main" id="{E8D71AAE-9EC9-094F-BDDA-D3DDD87D14CA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157289"/>
            <a:ext cx="3352800" cy="1019175"/>
            <a:chOff x="3216" y="729"/>
            <a:chExt cx="2112" cy="642"/>
          </a:xfrm>
        </p:grpSpPr>
        <p:grpSp>
          <p:nvGrpSpPr>
            <p:cNvPr id="7175" name="Group 4">
              <a:extLst>
                <a:ext uri="{FF2B5EF4-FFF2-40B4-BE49-F238E27FC236}">
                  <a16:creationId xmlns:a16="http://schemas.microsoft.com/office/drawing/2014/main" id="{C5117902-D691-544E-8408-7F376A1DB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5" y="1104"/>
              <a:ext cx="2083" cy="267"/>
              <a:chOff x="480" y="1152"/>
              <a:chExt cx="2083" cy="267"/>
            </a:xfrm>
          </p:grpSpPr>
          <p:sp>
            <p:nvSpPr>
              <p:cNvPr id="7179" name="Rectangle 5">
                <a:extLst>
                  <a:ext uri="{FF2B5EF4-FFF2-40B4-BE49-F238E27FC236}">
                    <a16:creationId xmlns:a16="http://schemas.microsoft.com/office/drawing/2014/main" id="{16861963-C50F-4D4C-8C5E-2D129D8CC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0" name="Rectangle 6">
                <a:extLst>
                  <a:ext uri="{FF2B5EF4-FFF2-40B4-BE49-F238E27FC236}">
                    <a16:creationId xmlns:a16="http://schemas.microsoft.com/office/drawing/2014/main" id="{0427CE26-FC3F-0F4B-A061-497977DEC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2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1" name="Rectangle 7">
                <a:extLst>
                  <a:ext uri="{FF2B5EF4-FFF2-40B4-BE49-F238E27FC236}">
                    <a16:creationId xmlns:a16="http://schemas.microsoft.com/office/drawing/2014/main" id="{F5F051D5-57A9-F947-B234-08BB9E45A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2" name="Rectangle 8">
                <a:extLst>
                  <a:ext uri="{FF2B5EF4-FFF2-40B4-BE49-F238E27FC236}">
                    <a16:creationId xmlns:a16="http://schemas.microsoft.com/office/drawing/2014/main" id="{D0DB7B97-D5B8-E74D-B95F-2F78E6C13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2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3" name="Rectangle 9">
                <a:extLst>
                  <a:ext uri="{FF2B5EF4-FFF2-40B4-BE49-F238E27FC236}">
                    <a16:creationId xmlns:a16="http://schemas.microsoft.com/office/drawing/2014/main" id="{C6E44E48-DB4F-0E43-AA3A-92BE61755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1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4" name="Rectangle 10">
                <a:extLst>
                  <a:ext uri="{FF2B5EF4-FFF2-40B4-BE49-F238E27FC236}">
                    <a16:creationId xmlns:a16="http://schemas.microsoft.com/office/drawing/2014/main" id="{7F9ABF4C-8CF0-7440-8029-1377A6CBD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5" name="Rectangle 11">
                <a:extLst>
                  <a:ext uri="{FF2B5EF4-FFF2-40B4-BE49-F238E27FC236}">
                    <a16:creationId xmlns:a16="http://schemas.microsoft.com/office/drawing/2014/main" id="{21696FDA-407B-DE4A-A4E9-310E3C19D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1152"/>
                <a:ext cx="26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6" name="Rectangle 12">
                <a:extLst>
                  <a:ext uri="{FF2B5EF4-FFF2-40B4-BE49-F238E27FC236}">
                    <a16:creationId xmlns:a16="http://schemas.microsoft.com/office/drawing/2014/main" id="{66CC45E7-11AD-EF43-AACF-4C36B1B5B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26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US" altLang="en-US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87" name="Line 13">
                <a:extLst>
                  <a:ext uri="{FF2B5EF4-FFF2-40B4-BE49-F238E27FC236}">
                    <a16:creationId xmlns:a16="http://schemas.microsoft.com/office/drawing/2014/main" id="{2B6780D3-F1C5-1D41-A748-CC592C9FB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208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8" name="Line 14">
                <a:extLst>
                  <a:ext uri="{FF2B5EF4-FFF2-40B4-BE49-F238E27FC236}">
                    <a16:creationId xmlns:a16="http://schemas.microsoft.com/office/drawing/2014/main" id="{3D7B793C-E65A-FC4F-9FE8-88816A11B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419"/>
                <a:ext cx="208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9" name="Line 15">
                <a:extLst>
                  <a:ext uri="{FF2B5EF4-FFF2-40B4-BE49-F238E27FC236}">
                    <a16:creationId xmlns:a16="http://schemas.microsoft.com/office/drawing/2014/main" id="{60B74FD3-40E1-2643-9E2A-6B0231E56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0" name="Line 16">
                <a:extLst>
                  <a:ext uri="{FF2B5EF4-FFF2-40B4-BE49-F238E27FC236}">
                    <a16:creationId xmlns:a16="http://schemas.microsoft.com/office/drawing/2014/main" id="{10FC8EB3-6CC2-444B-8C4D-B0F1E3251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0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1" name="Line 17">
                <a:extLst>
                  <a:ext uri="{FF2B5EF4-FFF2-40B4-BE49-F238E27FC236}">
                    <a16:creationId xmlns:a16="http://schemas.microsoft.com/office/drawing/2014/main" id="{CA16AAC8-BB3C-3941-A5DF-5810593BD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1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2" name="Line 18">
                <a:extLst>
                  <a:ext uri="{FF2B5EF4-FFF2-40B4-BE49-F238E27FC236}">
                    <a16:creationId xmlns:a16="http://schemas.microsoft.com/office/drawing/2014/main" id="{1AE0BB67-3E92-7E41-B6AA-7FA5D8E0C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1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3" name="Line 19">
                <a:extLst>
                  <a:ext uri="{FF2B5EF4-FFF2-40B4-BE49-F238E27FC236}">
                    <a16:creationId xmlns:a16="http://schemas.microsoft.com/office/drawing/2014/main" id="{31E6C0A9-1E04-D843-8A55-4C206D4C7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4" name="Line 20">
                <a:extLst>
                  <a:ext uri="{FF2B5EF4-FFF2-40B4-BE49-F238E27FC236}">
                    <a16:creationId xmlns:a16="http://schemas.microsoft.com/office/drawing/2014/main" id="{8A4BDF86-7F8F-334F-9582-709D153B0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5" name="Line 21">
                <a:extLst>
                  <a:ext uri="{FF2B5EF4-FFF2-40B4-BE49-F238E27FC236}">
                    <a16:creationId xmlns:a16="http://schemas.microsoft.com/office/drawing/2014/main" id="{DA5E70C9-3BF0-5B42-8701-A228FB5D6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2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6" name="Line 22">
                <a:extLst>
                  <a:ext uri="{FF2B5EF4-FFF2-40B4-BE49-F238E27FC236}">
                    <a16:creationId xmlns:a16="http://schemas.microsoft.com/office/drawing/2014/main" id="{EAB05F49-B668-9C46-BEEE-664816224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3" y="115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7" name="Line 23">
                <a:extLst>
                  <a:ext uri="{FF2B5EF4-FFF2-40B4-BE49-F238E27FC236}">
                    <a16:creationId xmlns:a16="http://schemas.microsoft.com/office/drawing/2014/main" id="{4247F178-4556-C242-8F86-CA4C255FE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15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76" name="AutoShape 24">
              <a:extLst>
                <a:ext uri="{FF2B5EF4-FFF2-40B4-BE49-F238E27FC236}">
                  <a16:creationId xmlns:a16="http://schemas.microsoft.com/office/drawing/2014/main" id="{39114480-2688-EC40-B2E9-7E6054DD7B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816" y="312"/>
              <a:ext cx="96" cy="1296"/>
            </a:xfrm>
            <a:prstGeom prst="leftBrace">
              <a:avLst>
                <a:gd name="adj1" fmla="val 112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177" name="AutoShape 25">
              <a:extLst>
                <a:ext uri="{FF2B5EF4-FFF2-40B4-BE49-F238E27FC236}">
                  <a16:creationId xmlns:a16="http://schemas.microsoft.com/office/drawing/2014/main" id="{BFBAF31D-A6C1-D44D-B8A5-C3C99A251A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96" y="576"/>
              <a:ext cx="96" cy="768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178" name="Text Box 28">
              <a:extLst>
                <a:ext uri="{FF2B5EF4-FFF2-40B4-BE49-F238E27FC236}">
                  <a16:creationId xmlns:a16="http://schemas.microsoft.com/office/drawing/2014/main" id="{2BA63BE2-05DA-7B49-B9F2-232E195BC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29"/>
              <a:ext cx="22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cs typeface="Arial" panose="020B0604020202020204" pitchFamily="34" charset="0"/>
                </a:rPr>
                <a:t>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56101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6D20C79-AEC9-DA49-AC73-DA2ADCAAC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34975"/>
            <a:ext cx="8229600" cy="6746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da-DK" altLang="en-US"/>
              <a:t>3. Quick Sort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04D953-4F0E-B342-B4E4-B186E0E1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1081089"/>
            <a:ext cx="8491538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00050" indent="-40005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da-DK" sz="3200" b="1" kern="0">
                <a:solidFill>
                  <a:srgbClr val="FF0000"/>
                </a:solidFill>
              </a:rPr>
              <a:t>Divide</a:t>
            </a:r>
            <a:r>
              <a:rPr lang="da-DK" sz="3200" kern="0">
                <a:solidFill>
                  <a:srgbClr val="FF0000"/>
                </a:solidFill>
              </a:rPr>
              <a:t>:</a:t>
            </a:r>
            <a:r>
              <a:rPr lang="da-DK" sz="3600" kern="0"/>
              <a:t> </a:t>
            </a:r>
            <a:endParaRPr lang="en-US" sz="3500" kern="0"/>
          </a:p>
          <a:p>
            <a:pPr marL="1257300" lvl="2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500" kern="0"/>
              <a:t>Pick any element as the </a:t>
            </a:r>
            <a:r>
              <a:rPr lang="en-US" sz="2500" b="1" kern="0">
                <a:solidFill>
                  <a:srgbClr val="0000FF"/>
                </a:solidFill>
              </a:rPr>
              <a:t>pivot</a:t>
            </a:r>
            <a:r>
              <a:rPr lang="en-US" sz="2500" kern="0"/>
              <a:t>, e.g, the first element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500" kern="0"/>
              <a:t>Partition the remaining elements into </a:t>
            </a:r>
          </a:p>
          <a:p>
            <a:pPr marL="2133600" lvl="4" indent="-304800">
              <a:spcBef>
                <a:spcPct val="20000"/>
              </a:spcBef>
              <a:defRPr/>
            </a:pPr>
            <a:r>
              <a:rPr lang="en-US" sz="2000" b="1" kern="0">
                <a:solidFill>
                  <a:srgbClr val="0000FF"/>
                </a:solidFill>
                <a:sym typeface="Symbol" pitchFamily="18" charset="2"/>
              </a:rPr>
              <a:t>FirstPart,</a:t>
            </a:r>
            <a:r>
              <a:rPr lang="en-US" sz="2000" b="1" i="1" kern="0">
                <a:solidFill>
                  <a:srgbClr val="0000FF"/>
                </a:solidFill>
                <a:sym typeface="Symbol" pitchFamily="18" charset="2"/>
              </a:rPr>
              <a:t>     </a:t>
            </a:r>
            <a:r>
              <a:rPr lang="en-US" sz="2000" b="1" kern="0"/>
              <a:t>which contains all elements</a:t>
            </a:r>
            <a:r>
              <a:rPr lang="en-US" sz="2000" b="1" kern="0">
                <a:solidFill>
                  <a:srgbClr val="0000FF"/>
                </a:solidFill>
              </a:rPr>
              <a:t> </a:t>
            </a:r>
            <a:r>
              <a:rPr lang="en-US" sz="2000" b="1" kern="0">
                <a:solidFill>
                  <a:srgbClr val="0000FF"/>
                </a:solidFill>
                <a:sym typeface="Symbol" pitchFamily="18" charset="2"/>
              </a:rPr>
              <a:t>&lt; pivot</a:t>
            </a:r>
            <a:endParaRPr lang="en-US" sz="2000" kern="0">
              <a:sym typeface="Symbol" pitchFamily="18" charset="2"/>
            </a:endParaRPr>
          </a:p>
          <a:p>
            <a:pPr marL="2133600" lvl="4" indent="-304800">
              <a:spcBef>
                <a:spcPct val="20000"/>
              </a:spcBef>
              <a:defRPr/>
            </a:pPr>
            <a:r>
              <a:rPr lang="en-US" sz="2000" b="1" kern="0">
                <a:solidFill>
                  <a:srgbClr val="FF0000"/>
                </a:solidFill>
                <a:sym typeface="Symbol" pitchFamily="18" charset="2"/>
              </a:rPr>
              <a:t>SecondPart, </a:t>
            </a:r>
            <a:r>
              <a:rPr lang="en-US" sz="2000" b="1" kern="0">
                <a:sym typeface="Symbol" pitchFamily="18" charset="2"/>
              </a:rPr>
              <a:t>which contains all elements</a:t>
            </a:r>
            <a:r>
              <a:rPr lang="en-US" sz="2000" b="1" kern="0">
                <a:solidFill>
                  <a:srgbClr val="FF0000"/>
                </a:solidFill>
                <a:sym typeface="Symbol" pitchFamily="18" charset="2"/>
              </a:rPr>
              <a:t> &gt; pivot</a:t>
            </a:r>
          </a:p>
          <a:p>
            <a:pPr marL="2133600" lvl="4" indent="-304800">
              <a:lnSpc>
                <a:spcPct val="90000"/>
              </a:lnSpc>
              <a:spcBef>
                <a:spcPct val="20000"/>
              </a:spcBef>
              <a:defRPr/>
            </a:pPr>
            <a:endParaRPr lang="da-DK" sz="3300" b="1" kern="0">
              <a:solidFill>
                <a:srgbClr val="FF0000"/>
              </a:solidFill>
            </a:endParaRPr>
          </a:p>
          <a:p>
            <a:pPr marL="400050" indent="-40005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da-DK" sz="2400" b="1" kern="0">
                <a:solidFill>
                  <a:srgbClr val="009900"/>
                </a:solidFill>
              </a:rPr>
              <a:t>Recursively </a:t>
            </a:r>
            <a:r>
              <a:rPr lang="da-DK" sz="2400" b="1" kern="0">
                <a:solidFill>
                  <a:srgbClr val="FF0000"/>
                </a:solidFill>
              </a:rPr>
              <a:t>sort</a:t>
            </a:r>
            <a:r>
              <a:rPr lang="da-DK" sz="2400" kern="0"/>
              <a:t>  </a:t>
            </a:r>
            <a:r>
              <a:rPr lang="en-US" sz="2400" kern="0">
                <a:solidFill>
                  <a:srgbClr val="0000FF"/>
                </a:solidFill>
                <a:sym typeface="Symbol" pitchFamily="18" charset="2"/>
              </a:rPr>
              <a:t>FirstPart</a:t>
            </a:r>
            <a:r>
              <a:rPr lang="en-US" sz="2400" kern="0">
                <a:sym typeface="Symbol" pitchFamily="18" charset="2"/>
              </a:rPr>
              <a:t> and </a:t>
            </a:r>
            <a:r>
              <a:rPr lang="en-US" sz="2400" kern="0">
                <a:solidFill>
                  <a:srgbClr val="FF0000"/>
                </a:solidFill>
                <a:sym typeface="Symbol" pitchFamily="18" charset="2"/>
              </a:rPr>
              <a:t>SecondPart.</a:t>
            </a:r>
            <a:endParaRPr lang="da-DK" sz="2400" kern="0">
              <a:solidFill>
                <a:srgbClr val="FF0000"/>
              </a:solidFill>
            </a:endParaRPr>
          </a:p>
          <a:p>
            <a:pPr marL="400050" indent="-40005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da-DK" sz="2400" b="1" kern="0">
                <a:solidFill>
                  <a:srgbClr val="0000FF"/>
                </a:solidFill>
              </a:rPr>
              <a:t>Combine</a:t>
            </a:r>
            <a:r>
              <a:rPr lang="da-DK" sz="2400" kern="0">
                <a:solidFill>
                  <a:srgbClr val="0000FF"/>
                </a:solidFill>
              </a:rPr>
              <a:t>:</a:t>
            </a:r>
            <a:r>
              <a:rPr lang="da-DK" sz="2400" kern="0"/>
              <a:t> no work is necessary since sorting is done in place.</a:t>
            </a:r>
          </a:p>
        </p:txBody>
      </p:sp>
    </p:spTree>
    <p:extLst>
      <p:ext uri="{BB962C8B-B14F-4D97-AF65-F5344CB8AC3E}">
        <p14:creationId xmlns:p14="http://schemas.microsoft.com/office/powerpoint/2010/main" val="369723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0068719-CC66-7047-8269-9917F065A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i="1">
                <a:solidFill>
                  <a:srgbClr val="0000FF"/>
                </a:solidFill>
                <a:ea typeface="PMingLiU" panose="02020500000000000000" pitchFamily="18" charset="-120"/>
              </a:rPr>
              <a:t>pivot</a:t>
            </a:r>
            <a:r>
              <a:rPr lang="en-US" altLang="zh-TW" sz="3600" i="1">
                <a:ea typeface="PMingLiU" panose="02020500000000000000" pitchFamily="18" charset="-120"/>
              </a:rPr>
              <a:t> </a:t>
            </a:r>
            <a:r>
              <a:rPr lang="en-US" altLang="zh-TW" sz="3600">
                <a:ea typeface="PMingLiU" panose="02020500000000000000" pitchFamily="18" charset="-120"/>
              </a:rPr>
              <a:t>divides </a:t>
            </a:r>
            <a:r>
              <a:rPr lang="en-US" altLang="zh-TW" sz="3600">
                <a:solidFill>
                  <a:srgbClr val="0000FF"/>
                </a:solidFill>
                <a:ea typeface="PMingLiU" panose="02020500000000000000" pitchFamily="18" charset="-120"/>
              </a:rPr>
              <a:t>a</a:t>
            </a:r>
            <a:r>
              <a:rPr lang="en-US" altLang="zh-TW" sz="3600">
                <a:ea typeface="PMingLiU" panose="02020500000000000000" pitchFamily="18" charset="-120"/>
              </a:rPr>
              <a:t> into two sublists </a:t>
            </a:r>
            <a:r>
              <a:rPr lang="en-US" altLang="zh-TW" sz="3600">
                <a:solidFill>
                  <a:srgbClr val="FF0000"/>
                </a:solidFill>
                <a:ea typeface="PMingLiU" panose="02020500000000000000" pitchFamily="18" charset="-120"/>
              </a:rPr>
              <a:t>x</a:t>
            </a:r>
            <a:r>
              <a:rPr lang="en-US" altLang="zh-TW" sz="3600">
                <a:ea typeface="PMingLiU" panose="02020500000000000000" pitchFamily="18" charset="-120"/>
              </a:rPr>
              <a:t> and </a:t>
            </a:r>
            <a:r>
              <a:rPr lang="en-US" altLang="zh-TW" sz="3600">
                <a:solidFill>
                  <a:srgbClr val="FF0000"/>
                </a:solidFill>
                <a:ea typeface="PMingLiU" panose="02020500000000000000" pitchFamily="18" charset="-120"/>
              </a:rPr>
              <a:t>y</a:t>
            </a:r>
            <a:r>
              <a:rPr lang="en-US" altLang="zh-TW" sz="3600">
                <a:ea typeface="PMingLiU" panose="02020500000000000000" pitchFamily="18" charset="-120"/>
              </a:rPr>
              <a:t>.</a:t>
            </a:r>
            <a:endParaRPr lang="en-US" altLang="zh-TW" sz="3600" i="1">
              <a:ea typeface="PMingLiU" panose="02020500000000000000" pitchFamily="18" charset="-120"/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86B5344B-80FF-A747-8281-BAABCED6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4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546AB9F7-1B20-3140-8053-8DE0BBBAE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79DE3B9-0317-B644-B7A3-E9131C271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7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299D8D0F-9AB0-B840-AE5E-48BC3492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8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170FC21A-865E-1F49-9634-84F57550E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7700E2E-E1BB-8D48-9540-EEFD1743C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BB191D25-9B5F-C740-945B-5205A0A06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91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E07F3CA3-E49D-334B-84A8-5F7EC5463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6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A78F7F53-873B-BF4B-9701-446A00892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68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6450158-438C-8548-A2D2-D040B20D5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816100"/>
            <a:ext cx="635000" cy="635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E1716634-3518-4F4A-9D66-0CAE08B61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4095751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4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E3789727-E504-1B41-9B03-F0CDACFD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171700"/>
            <a:ext cx="812800" cy="482600"/>
          </a:xfrm>
          <a:prstGeom prst="wedgeEllipseCallout">
            <a:avLst>
              <a:gd name="adj1" fmla="val 85157"/>
              <a:gd name="adj2" fmla="val -32565"/>
            </a:avLst>
          </a:prstGeom>
          <a:gradFill rotWithShape="1">
            <a:gsLst>
              <a:gs pos="0">
                <a:srgbClr val="767600"/>
              </a:gs>
              <a:gs pos="100000">
                <a:srgbClr val="FFFF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 sz="1600" i="1">
                <a:solidFill>
                  <a:schemeClr val="bg1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pivot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10AC7322-FB75-2140-AA65-B48029EF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4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4C9FFBB7-35EE-0441-A8F5-829600CEC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2</a:t>
            </a: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DC4DD87D-A0D8-C641-BFD3-077BC5BBC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7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2557F648-1149-524C-8CF5-F991E391B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8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02150034-B6D7-744B-8873-8F508469B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A14BB092-5EFB-2546-A442-091FE183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0DC0FB92-773D-7F45-8534-4780F81CF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91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3</a:t>
            </a:r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78387E2A-D2B3-3B4E-868F-5820AF9A9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6</a:t>
            </a: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787F6227-1F40-A644-8C4A-10775513D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68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C73199CA-FDD7-294F-9B4A-51BAA5E78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3721100"/>
            <a:ext cx="2324100" cy="11684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5">
            <a:extLst>
              <a:ext uri="{FF2B5EF4-FFF2-40B4-BE49-F238E27FC236}">
                <a16:creationId xmlns:a16="http://schemas.microsoft.com/office/drawing/2014/main" id="{529A4B3D-AED6-A247-921B-91C3EBB62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3721100"/>
            <a:ext cx="3263900" cy="12192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BEF7B6E-868E-0E46-9FCE-DF481312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0" y="5092700"/>
            <a:ext cx="812800" cy="482600"/>
          </a:xfrm>
          <a:prstGeom prst="wedgeEllipseCallout">
            <a:avLst>
              <a:gd name="adj1" fmla="val 75782"/>
              <a:gd name="adj2" fmla="val -95722"/>
            </a:avLst>
          </a:prstGeom>
          <a:gradFill rotWithShape="1">
            <a:gsLst>
              <a:gs pos="0">
                <a:srgbClr val="767600"/>
              </a:gs>
              <a:gs pos="100000">
                <a:srgbClr val="FFFF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 sz="1600" i="1">
                <a:solidFill>
                  <a:schemeClr val="bg1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x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C3B991FD-6F84-5A4F-AF9F-1C278E78D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1700" y="5156200"/>
            <a:ext cx="812800" cy="482600"/>
          </a:xfrm>
          <a:prstGeom prst="wedgeEllipseCallout">
            <a:avLst>
              <a:gd name="adj1" fmla="val -94532"/>
              <a:gd name="adj2" fmla="val -108880"/>
            </a:avLst>
          </a:prstGeom>
          <a:gradFill rotWithShape="1">
            <a:gsLst>
              <a:gs pos="0">
                <a:srgbClr val="767600"/>
              </a:gs>
              <a:gs pos="100000">
                <a:srgbClr val="FFFF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 sz="1600" i="1">
                <a:solidFill>
                  <a:schemeClr val="bg1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4871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7 L -0.07361 0.32778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81" y="1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3611 0.329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6" y="1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7 L 0.13924 0.33032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2" y="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-0.20677 0.32639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47" y="1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7037E-7 L 0.06996 0.33032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7 L -0.27362 0.3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81" y="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33333 " pathEditMode="relative" ptsTypes="AA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33333 " pathEditMode="relative" ptsTypes="AA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3EDE845-9CC4-6343-A50E-0A2D77F8C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anose="02020500000000000000" pitchFamily="18" charset="-120"/>
              </a:rPr>
              <a:t>The whole process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C191D48F-0113-4C40-9097-F061DE157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4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2229B3A0-74C2-0440-A1B4-47DA4249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2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D0FD7EA9-3ECC-7D40-BB93-41E283A51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7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9FEA9665-4122-4E42-B8F5-B7C30D1A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8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FB309531-4C02-384B-8624-87C0B2AF0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9E3025E9-6F31-6A4B-A95B-9730B0313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1673C0E7-BBFE-D94B-BFCC-D9D68B71B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913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3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4CDB0E23-8533-7E4F-A37D-D7EA55138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6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6B9A59A9-536B-4949-8A17-20933642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688" y="189230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43A9F3BD-710F-E04C-9591-27ED31AEE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816100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72354064-842A-6F43-B403-8EC2E2491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2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86F5B79B-417E-5F4B-A1BA-D898D709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E5EE3638-A07B-BB47-8A6E-E0931DE94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3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B33E1E85-8A66-7443-A8E9-8F7A0C811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2774951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4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CF43E83F-EAE3-2540-BE85-057D9DD83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57A83A09-827B-4943-BD2F-5D880B76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8</a:t>
            </a:r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E7D3134C-A979-0845-B1A0-4D0D8170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8A8C5664-3591-CB4F-AA6A-E1790DFF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6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A8B44CA0-5965-4547-91AC-54632574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4388" y="2774951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148666BB-25E4-2D43-8073-099E9B16D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2697163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3">
            <a:extLst>
              <a:ext uri="{FF2B5EF4-FFF2-40B4-BE49-F238E27FC236}">
                <a16:creationId xmlns:a16="http://schemas.microsoft.com/office/drawing/2014/main" id="{DF9196C4-1E77-0A4B-9D37-052E1C00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97163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754C0A9A-044D-3940-8A98-B70CF58D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EEECE694-F86C-B445-9B89-553C87621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3656014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2</a:t>
            </a:r>
          </a:p>
        </p:txBody>
      </p:sp>
      <p:sp>
        <p:nvSpPr>
          <p:cNvPr id="28" name="Oval 26">
            <a:extLst>
              <a:ext uri="{FF2B5EF4-FFF2-40B4-BE49-F238E27FC236}">
                <a16:creationId xmlns:a16="http://schemas.microsoft.com/office/drawing/2014/main" id="{36DCD99F-767F-6F41-A1FB-DFBF84A23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3</a:t>
            </a:r>
          </a:p>
        </p:txBody>
      </p:sp>
      <p:sp>
        <p:nvSpPr>
          <p:cNvPr id="29" name="Oval 27">
            <a:extLst>
              <a:ext uri="{FF2B5EF4-FFF2-40B4-BE49-F238E27FC236}">
                <a16:creationId xmlns:a16="http://schemas.microsoft.com/office/drawing/2014/main" id="{C35CC2AF-3DA5-AB47-A550-91EF86502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6</a:t>
            </a:r>
          </a:p>
        </p:txBody>
      </p:sp>
      <p:sp>
        <p:nvSpPr>
          <p:cNvPr id="30" name="Oval 28">
            <a:extLst>
              <a:ext uri="{FF2B5EF4-FFF2-40B4-BE49-F238E27FC236}">
                <a16:creationId xmlns:a16="http://schemas.microsoft.com/office/drawing/2014/main" id="{2DD85226-0A2A-484D-9C7C-D68111B48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31" name="Oval 29">
            <a:extLst>
              <a:ext uri="{FF2B5EF4-FFF2-40B4-BE49-F238E27FC236}">
                <a16:creationId xmlns:a16="http://schemas.microsoft.com/office/drawing/2014/main" id="{6E2B6B2D-F9B3-614B-8ABE-6AAA492AA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3656014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7</a:t>
            </a: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CEF5C223-54E5-BC46-9118-067F8E75F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8</a:t>
            </a:r>
          </a:p>
        </p:txBody>
      </p:sp>
      <p:sp>
        <p:nvSpPr>
          <p:cNvPr id="33" name="Oval 31">
            <a:extLst>
              <a:ext uri="{FF2B5EF4-FFF2-40B4-BE49-F238E27FC236}">
                <a16:creationId xmlns:a16="http://schemas.microsoft.com/office/drawing/2014/main" id="{7D9FBFE1-F818-0843-A7AC-1B3177584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4388" y="3656014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0E1E7CA2-C2F8-D547-BCE3-B9FFCE3F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3578225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Oval 33">
            <a:extLst>
              <a:ext uri="{FF2B5EF4-FFF2-40B4-BE49-F238E27FC236}">
                <a16:creationId xmlns:a16="http://schemas.microsoft.com/office/drawing/2014/main" id="{B59D9B1E-C4DA-4B47-8BE1-90B8540A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3578225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" name="Oval 34">
            <a:extLst>
              <a:ext uri="{FF2B5EF4-FFF2-40B4-BE49-F238E27FC236}">
                <a16:creationId xmlns:a16="http://schemas.microsoft.com/office/drawing/2014/main" id="{45790F2E-62AC-6D41-81E2-3A3CB7EA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578225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" name="Oval 35">
            <a:extLst>
              <a:ext uri="{FF2B5EF4-FFF2-40B4-BE49-F238E27FC236}">
                <a16:creationId xmlns:a16="http://schemas.microsoft.com/office/drawing/2014/main" id="{9A9E7F52-AB30-014C-B761-9FB1165FE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3578225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" name="Oval 36">
            <a:extLst>
              <a:ext uri="{FF2B5EF4-FFF2-40B4-BE49-F238E27FC236}">
                <a16:creationId xmlns:a16="http://schemas.microsoft.com/office/drawing/2014/main" id="{D0568916-44CD-6B40-976D-48AB18231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5416551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5</a:t>
            </a:r>
          </a:p>
        </p:txBody>
      </p:sp>
      <p:sp>
        <p:nvSpPr>
          <p:cNvPr id="39" name="Oval 37">
            <a:extLst>
              <a:ext uri="{FF2B5EF4-FFF2-40B4-BE49-F238E27FC236}">
                <a16:creationId xmlns:a16="http://schemas.microsoft.com/office/drawing/2014/main" id="{C3E11D38-F51F-154E-A9D2-263343453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5416551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9</a:t>
            </a:r>
          </a:p>
        </p:txBody>
      </p:sp>
      <p:sp>
        <p:nvSpPr>
          <p:cNvPr id="40" name="Oval 38">
            <a:extLst>
              <a:ext uri="{FF2B5EF4-FFF2-40B4-BE49-F238E27FC236}">
                <a16:creationId xmlns:a16="http://schemas.microsoft.com/office/drawing/2014/main" id="{E59CB271-A1F2-5745-B2E1-322B5DB4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4535489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1</a:t>
            </a:r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E40CEFBD-D9D0-5B43-B67A-4629AAAA7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535489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3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FB285E48-B4D5-0F48-9258-2B3EF62F2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4535489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5</a:t>
            </a:r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D5105B64-6D6D-F64F-B8E3-06828AAB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4535489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6</a:t>
            </a:r>
          </a:p>
        </p:txBody>
      </p:sp>
      <p:sp>
        <p:nvSpPr>
          <p:cNvPr id="44" name="Oval 42">
            <a:extLst>
              <a:ext uri="{FF2B5EF4-FFF2-40B4-BE49-F238E27FC236}">
                <a16:creationId xmlns:a16="http://schemas.microsoft.com/office/drawing/2014/main" id="{75FCBC6B-EB19-3A4B-94A5-3EA9D93D0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4535489"/>
            <a:ext cx="421972" cy="519351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PMingLiU" panose="02020500000000000000" pitchFamily="18" charset="-120"/>
              </a:rPr>
              <a:t>8</a:t>
            </a:r>
          </a:p>
        </p:txBody>
      </p:sp>
      <p:sp>
        <p:nvSpPr>
          <p:cNvPr id="45" name="Oval 43">
            <a:extLst>
              <a:ext uri="{FF2B5EF4-FFF2-40B4-BE49-F238E27FC236}">
                <a16:creationId xmlns:a16="http://schemas.microsoft.com/office/drawing/2014/main" id="{6B28F383-491C-2C46-AF1B-26CA3A78F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688" y="4535489"/>
            <a:ext cx="421972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9</a:t>
            </a:r>
          </a:p>
        </p:txBody>
      </p:sp>
      <p:sp>
        <p:nvSpPr>
          <p:cNvPr id="46" name="Oval 44">
            <a:extLst>
              <a:ext uri="{FF2B5EF4-FFF2-40B4-BE49-F238E27FC236}">
                <a16:creationId xmlns:a16="http://schemas.microsoft.com/office/drawing/2014/main" id="{066B68E3-BFA6-9E40-81D0-F17697DE6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4459288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Oval 45">
            <a:extLst>
              <a:ext uri="{FF2B5EF4-FFF2-40B4-BE49-F238E27FC236}">
                <a16:creationId xmlns:a16="http://schemas.microsoft.com/office/drawing/2014/main" id="{C1CCCB06-9D09-0D4E-A60A-2A3590E7C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4459288"/>
            <a:ext cx="635000" cy="635000"/>
          </a:xfrm>
          <a:prstGeom prst="ellips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45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7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3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2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2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2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2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2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2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2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2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2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2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2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2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2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2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2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2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2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2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2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2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2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2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200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200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2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2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200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200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2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2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200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200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2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2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2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2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200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200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200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200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200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200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200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200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2" dur="200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200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0" dur="200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200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200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200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 nodeType="clickPar">
                      <p:stCondLst>
                        <p:cond delay="indefinite"/>
                      </p:stCondLst>
                      <p:childTnLst>
                        <p:par>
                          <p:cTn id="5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7037E-6 L 2.22222E-6 0.12407 " pathEditMode="relative" rAng="0" ptsTypes="AA">
                                      <p:cBhvr>
                                        <p:cTn id="5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04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4.44444E-6 L 0.00052 0.25138 " pathEditMode="relative" rAng="0" ptsTypes="AA">
                                      <p:cBhvr>
                                        <p:cTn id="518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69"/>
                                    </p:animMotion>
                                  </p:childTnLst>
                                </p:cTn>
                              </p:par>
                              <p:par>
                                <p:cTn id="5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2.5E-6 0.12407 " pathEditMode="relative" rAng="0" ptsTypes="AA">
                                      <p:cBhvr>
                                        <p:cTn id="5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04"/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3.33333E-6 L 0.00052 0.38241 " pathEditMode="relative" rAng="0" ptsTypes="AA">
                                      <p:cBhvr>
                                        <p:cTn id="5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120"/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7037E-6 L 3.61111E-6 0.12777 " pathEditMode="relative" rAng="0" ptsTypes="AA">
                                      <p:cBhvr>
                                        <p:cTn id="5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89"/>
                                    </p:animMotion>
                                  </p:childTnLst>
                                </p:cTn>
                              </p:par>
                              <p:par>
                                <p:cTn id="5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44444E-6 L -4.44444E-6 0.25416 " pathEditMode="relative" rAng="0" ptsTypes="AA">
                                      <p:cBhvr>
                                        <p:cTn id="5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08"/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-4.72222E-6 0.12777 " pathEditMode="relative" rAng="0" ptsTypes="AA">
                                      <p:cBhvr>
                                        <p:cTn id="5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9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4">
            <a:extLst>
              <a:ext uri="{FF2B5EF4-FFF2-40B4-BE49-F238E27FC236}">
                <a16:creationId xmlns:a16="http://schemas.microsoft.com/office/drawing/2014/main" id="{D0F4CC55-7536-654E-92A3-605140A2D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"/>
            <a:ext cx="777240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sort procedure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1.First  element will be taken as a pivot element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2.Move i towards right until it satisfies a[i]≥pivot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3.Move j towards left until it satisfies a[j]≤pivot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4.If i&lt;j  condition satisfied then swap a[i] and a[j] &amp;  </a:t>
            </a: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continue from step 2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5.If i≥j then swap a[j] and pivot</a:t>
            </a:r>
          </a:p>
          <a:p>
            <a:endParaRPr lang="en-US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6.If pivot is moved then array will be divided into 2 halfs.</a:t>
            </a: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First sub array &lt;  pivot  and second sub array &gt;pivot</a:t>
            </a: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Again  apply the quick sort procedure to both halfs till the </a:t>
            </a:r>
          </a:p>
          <a:p>
            <a:r>
              <a:rPr lang="en-US" altLang="en-US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elements are sorted</a:t>
            </a:r>
          </a:p>
        </p:txBody>
      </p:sp>
    </p:spTree>
    <p:extLst>
      <p:ext uri="{BB962C8B-B14F-4D97-AF65-F5344CB8AC3E}">
        <p14:creationId xmlns:p14="http://schemas.microsoft.com/office/powerpoint/2010/main" val="31189323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37F087ED-E4F3-714D-BF83-A86A40EC2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46100"/>
            <a:ext cx="693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Keep going from left side as long as </a:t>
            </a:r>
            <a:r>
              <a:rPr lang="en-US" altLang="en-US">
                <a:solidFill>
                  <a:srgbClr val="0000FF"/>
                </a:solidFill>
              </a:rPr>
              <a:t>a[ i ]&lt;pivot</a:t>
            </a:r>
            <a:r>
              <a:rPr lang="en-US" altLang="en-US"/>
              <a:t>  and from the right side as  long as </a:t>
            </a:r>
            <a:r>
              <a:rPr lang="en-US" altLang="en-US">
                <a:solidFill>
                  <a:srgbClr val="0000FF"/>
                </a:solidFill>
              </a:rPr>
              <a:t>a[ j ]&gt;</a:t>
            </a:r>
            <a:r>
              <a:rPr lang="en-US" altLang="en-US"/>
              <a:t>pivot          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9622315-AC76-9040-9C75-074D929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319213"/>
            <a:ext cx="723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24             63             95           17            31        45         98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2C5E1EE-8659-8B4C-99CD-8F8759293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65313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</a:t>
            </a:r>
            <a:r>
              <a:rPr lang="en-US" altLang="en-US">
                <a:solidFill>
                  <a:srgbClr val="FF5050"/>
                </a:solidFill>
              </a:rPr>
              <a:t> i</a:t>
            </a:r>
            <a:r>
              <a:rPr lang="en-US" altLang="en-US"/>
              <a:t>	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982D936F-E376-3349-B824-D956B71B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0" y="1828801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</a:t>
            </a:r>
            <a:r>
              <a:rPr lang="en-US" altLang="en-US">
                <a:solidFill>
                  <a:srgbClr val="FF5050"/>
                </a:solidFill>
              </a:rPr>
              <a:t> j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BFC8439-AA89-A243-A855-108554F13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550" y="2681288"/>
            <a:ext cx="723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24             63            95            17            31        45        98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2E18BE8-3D77-3B4E-9E40-A1BA81146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396240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24             63            95            17            31        45        98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DC4E25B-D25A-AA44-9FAA-128584AD1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525780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24             63            95            17            31        45        98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2FAF21F-A391-114E-9DE8-0F03DC726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40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</a:t>
            </a:r>
            <a:r>
              <a:rPr lang="en-US" altLang="en-US">
                <a:solidFill>
                  <a:srgbClr val="FF5050"/>
                </a:solidFill>
              </a:rPr>
              <a:t> i</a:t>
            </a:r>
            <a:r>
              <a:rPr lang="en-US" altLang="en-US"/>
              <a:t>	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5FCDF8E-5054-CC48-BE3F-FA23FA8D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40250"/>
            <a:ext cx="520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</a:t>
            </a:r>
            <a:r>
              <a:rPr lang="en-US" altLang="en-US">
                <a:solidFill>
                  <a:srgbClr val="FF5050"/>
                </a:solidFill>
              </a:rPr>
              <a:t> i</a:t>
            </a:r>
            <a:r>
              <a:rPr lang="en-US" altLang="en-US"/>
              <a:t>	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30C66CE-09F0-0E4B-888D-2ABACBBF2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8356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25AC05E6-1BB2-114D-9334-72092D34E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31384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5050"/>
                </a:solidFill>
              </a:rPr>
              <a:t>   j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789FD071-85B7-CB4F-AAA5-493291219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586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j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4BB7495B-3303-4345-B458-5EAE4AEC2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58054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j</a:t>
            </a:r>
          </a:p>
        </p:txBody>
      </p:sp>
      <p:sp>
        <p:nvSpPr>
          <p:cNvPr id="12303" name="Text Box 15">
            <a:extLst>
              <a:ext uri="{FF2B5EF4-FFF2-40B4-BE49-F238E27FC236}">
                <a16:creationId xmlns:a16="http://schemas.microsoft.com/office/drawing/2014/main" id="{FB2EA270-9930-B746-9018-0574A98CD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215901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Process:</a:t>
            </a: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C581FDB8-7BF4-2146-BDE4-A05B9099B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1422400"/>
            <a:ext cx="609600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i="1"/>
              <a:t>pivot</a:t>
            </a:r>
          </a:p>
        </p:txBody>
      </p:sp>
      <p:sp>
        <p:nvSpPr>
          <p:cNvPr id="12305" name="Line 17">
            <a:extLst>
              <a:ext uri="{FF2B5EF4-FFF2-40B4-BE49-F238E27FC236}">
                <a16:creationId xmlns:a16="http://schemas.microsoft.com/office/drawing/2014/main" id="{7317E2B5-FF2C-E041-ABB2-45C32CBBB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3670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62E535CC-8FDE-C440-9154-6D2E3FFC3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85801"/>
            <a:ext cx="487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             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97A4DD0F-EC23-D147-8241-EC6FBD147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8580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chemeClr val="accent2"/>
                </a:solidFill>
              </a:rPr>
              <a:t>If  i&lt;j   interchange i</a:t>
            </a:r>
            <a:r>
              <a:rPr lang="en-US" altLang="en-US" sz="2800" baseline="30000">
                <a:solidFill>
                  <a:schemeClr val="accent2"/>
                </a:solidFill>
              </a:rPr>
              <a:t>th  </a:t>
            </a:r>
            <a:r>
              <a:rPr lang="en-US" altLang="en-US" sz="2800">
                <a:solidFill>
                  <a:schemeClr val="accent2"/>
                </a:solidFill>
              </a:rPr>
              <a:t>   and  j </a:t>
            </a:r>
            <a:r>
              <a:rPr lang="en-US" altLang="en-US" sz="2800" baseline="30000">
                <a:solidFill>
                  <a:schemeClr val="accent2"/>
                </a:solidFill>
              </a:rPr>
              <a:t>th  </a:t>
            </a:r>
            <a:r>
              <a:rPr lang="en-US" altLang="en-US" sz="2800">
                <a:solidFill>
                  <a:schemeClr val="accent2"/>
                </a:solidFill>
              </a:rPr>
              <a:t> elements and then Continue the process.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B5CADAF-EF8D-1741-8187-61CD01425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24             63            45           17            31        95       98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1B65B49-F5F4-5446-9B7E-819DD2A3F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81940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3B5D277-181B-114A-BB30-43D69E9C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274320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 j</a:t>
            </a:r>
            <a:r>
              <a:rPr lang="en-US" altLang="en-US"/>
              <a:t>	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439DD7E2-689D-A043-9DFD-296109A29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5445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24             63            45           17            31        95       98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D0D3E5-74CD-DE46-89B9-B908A5EF8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3878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55B361F-39C2-0447-93CF-6D0BFE5C0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3878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j</a:t>
            </a:r>
            <a:r>
              <a:rPr lang="en-US" altLang="en-US"/>
              <a:t>	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35F60140-A632-3445-AA8F-C46E2D8CD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37845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24             63            45           17            31        95       98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3DCD9E80-8D81-804F-921D-538D0A6AC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9118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5471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454DD668-E4E9-624D-AEC1-51D9262EB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85801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             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3C149D1-67C7-7D45-98D3-0A9789596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0" y="53340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24             63            45           17            31        95       98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64D2226-FBF3-B24B-A619-86E50B06D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7970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B5B4DE4-93E3-364A-9366-5EF9F77B7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21920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j</a:t>
            </a:r>
            <a:r>
              <a:rPr lang="en-US" altLang="en-US"/>
              <a:t>	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11D70D69-C4FA-BA43-9C2D-1149B815D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71145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85 </a:t>
            </a:r>
            <a:r>
              <a:rPr lang="en-US" altLang="en-US"/>
              <a:t>          24             63            45           17            31        95       98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600EA40-2395-6B47-A215-AA4EFC5CA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27660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j</a:t>
            </a:r>
            <a:r>
              <a:rPr lang="en-US" altLang="en-US"/>
              <a:t>	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52340BD8-7D6D-FC47-A78F-B70BDE750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23545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chemeClr val="accent2"/>
                </a:solidFill>
              </a:rPr>
              <a:t>If  i </a:t>
            </a:r>
            <a:r>
              <a:rPr lang="en-US" altLang="en-US" sz="2800">
                <a:solidFill>
                  <a:schemeClr val="accent2"/>
                </a:solidFill>
                <a:cs typeface="Arial" panose="020B0604020202020204" pitchFamily="34" charset="0"/>
              </a:rPr>
              <a:t>≥</a:t>
            </a:r>
            <a:r>
              <a:rPr lang="en-US" altLang="en-US" sz="2800">
                <a:solidFill>
                  <a:schemeClr val="accent2"/>
                </a:solidFill>
              </a:rPr>
              <a:t>j   interchange j</a:t>
            </a:r>
            <a:r>
              <a:rPr lang="en-US" altLang="en-US" sz="2800" baseline="30000">
                <a:solidFill>
                  <a:schemeClr val="accent2"/>
                </a:solidFill>
              </a:rPr>
              <a:t>th  </a:t>
            </a:r>
            <a:r>
              <a:rPr lang="en-US" altLang="en-US" sz="2800">
                <a:solidFill>
                  <a:schemeClr val="accent2"/>
                </a:solidFill>
              </a:rPr>
              <a:t>   and  pivot </a:t>
            </a:r>
            <a:r>
              <a:rPr lang="en-US" altLang="en-US" sz="2800" baseline="30000">
                <a:solidFill>
                  <a:schemeClr val="accent2"/>
                </a:solidFill>
              </a:rPr>
              <a:t>  </a:t>
            </a:r>
            <a:r>
              <a:rPr lang="en-US" altLang="en-US" sz="2800">
                <a:solidFill>
                  <a:schemeClr val="accent2"/>
                </a:solidFill>
              </a:rPr>
              <a:t> elements and then divide the list into two sublists.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5C51E80-4B1F-2F43-A597-C26984AE6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321050"/>
            <a:ext cx="76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 </a:t>
            </a:r>
            <a:r>
              <a:rPr lang="en-US" altLang="en-US">
                <a:solidFill>
                  <a:srgbClr val="FF5050"/>
                </a:solidFill>
              </a:rPr>
              <a:t>i</a:t>
            </a:r>
            <a:r>
              <a:rPr lang="en-US" alt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2212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DEDB8DC5-68E2-6944-B648-96CCD9FB9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85801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               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0AC1362-70A5-014A-9619-7EA8234D2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0"/>
            <a:ext cx="723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31</a:t>
            </a:r>
            <a:r>
              <a:rPr lang="en-US" altLang="en-US"/>
              <a:t>          24             63            45           17           85        95       98</a:t>
            </a:r>
          </a:p>
          <a:p>
            <a:pPr eaLnBrk="1" hangingPunct="1"/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C355005-760D-784D-8D49-926C179BC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9900"/>
                </a:solidFill>
              </a:rPr>
              <a:t>Two sublists: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A093C11-29AE-D544-A8ED-DD05F6497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178051"/>
            <a:ext cx="487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31</a:t>
            </a:r>
            <a:r>
              <a:rPr lang="en-US" altLang="en-US"/>
              <a:t>          24             63            45           17          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AA025BE-2BA0-5C4A-985C-8DFEB63D5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133600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95       98</a:t>
            </a:r>
          </a:p>
          <a:p>
            <a:pPr eaLnBrk="1" hangingPunct="1"/>
            <a:r>
              <a:rPr lang="en-US" altLang="en-US"/>
              <a:t>   </a:t>
            </a:r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A9D0185D-2980-E741-B59A-CD2FDD062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1D517DFC-519E-794C-9F63-630B268B1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8194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A9A2A5DA-C4BF-CD4E-B82B-ECF5B489B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209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0">
            <a:extLst>
              <a:ext uri="{FF2B5EF4-FFF2-40B4-BE49-F238E27FC236}">
                <a16:creationId xmlns:a16="http://schemas.microsoft.com/office/drawing/2014/main" id="{09AD3D6B-50B1-9645-8FE4-C66A57CE5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743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8D7A4A4A-DFE0-0149-8820-41BA6B13C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3686175"/>
            <a:ext cx="79629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a-DK" altLang="en-US" b="1">
                <a:solidFill>
                  <a:srgbClr val="009900"/>
                </a:solidFill>
              </a:rPr>
              <a:t>Recursively  sort</a:t>
            </a:r>
            <a:endParaRPr lang="da-DK" altLang="en-US"/>
          </a:p>
          <a:p>
            <a:pPr lvl="3" eaLnBrk="1" hangingPunct="1"/>
            <a:r>
              <a:rPr lang="da-DK" altLang="en-US"/>
              <a:t>		  </a:t>
            </a:r>
            <a:r>
              <a:rPr lang="da-DK" altLang="en-US" sz="2000"/>
              <a:t>FirstPart	    </a:t>
            </a:r>
            <a:r>
              <a:rPr lang="da-DK" altLang="en-US" sz="2000">
                <a:solidFill>
                  <a:srgbClr val="009900"/>
                </a:solidFill>
              </a:rPr>
              <a:t>and      </a:t>
            </a:r>
            <a:r>
              <a:rPr lang="da-DK" altLang="en-US"/>
              <a:t>SecondPart</a:t>
            </a:r>
            <a:endParaRPr lang="en-US" altLang="en-US"/>
          </a:p>
          <a:p>
            <a:pPr lvl="3" eaLnBrk="1" hangingPunct="1"/>
            <a:r>
              <a:rPr lang="da-DK" altLang="en-US" sz="2000">
                <a:solidFill>
                  <a:srgbClr val="009900"/>
                </a:solidFill>
              </a:rPr>
              <a:t>                     </a:t>
            </a:r>
            <a:r>
              <a:rPr lang="da-DK" altLang="en-US"/>
              <a:t>QickSort( low, j-1 )              QickSort( j+1,high )</a:t>
            </a:r>
          </a:p>
          <a:p>
            <a:pPr lvl="3" eaLnBrk="1" hangingPunct="1"/>
            <a:endParaRPr lang="da-DK" altLang="en-US"/>
          </a:p>
          <a:p>
            <a:pPr lvl="3" eaLnBrk="1" hangingPunct="1"/>
            <a:r>
              <a:rPr lang="da-DK" altLang="en-US" sz="2000"/>
              <a:t>		</a:t>
            </a:r>
            <a:endParaRPr lang="en-US" altLang="en-US" sz="2000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FF12CA5-5B59-4641-9C97-D92A8B27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1003300"/>
            <a:ext cx="762000" cy="3175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5373" name="Oval 13">
            <a:extLst>
              <a:ext uri="{FF2B5EF4-FFF2-40B4-BE49-F238E27FC236}">
                <a16:creationId xmlns:a16="http://schemas.microsoft.com/office/drawing/2014/main" id="{C9FD6F5D-7B19-6044-ACC9-4BE397366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98700"/>
            <a:ext cx="533400" cy="520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417050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2A7BAFC-B673-A74C-9577-BA7E94D9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7800"/>
            <a:ext cx="8534400" cy="645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>
                <a:solidFill>
                  <a:srgbClr val="0000FF"/>
                </a:solidFill>
              </a:rPr>
              <a:t>Quick Sort Algorithm :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FF0000"/>
                </a:solidFill>
              </a:rPr>
              <a:t>Algorithm</a:t>
            </a:r>
            <a:r>
              <a:rPr lang="en-US" sz="2400" kern="0" dirty="0"/>
              <a:t> </a:t>
            </a:r>
            <a:r>
              <a:rPr lang="en-US" sz="2400" kern="0" dirty="0" err="1"/>
              <a:t>QuickSort</a:t>
            </a:r>
            <a:r>
              <a:rPr lang="en-US" sz="2400" kern="0" dirty="0"/>
              <a:t>(</a:t>
            </a:r>
            <a:r>
              <a:rPr lang="en-US" sz="2400" kern="0" dirty="0" err="1"/>
              <a:t>low,high</a:t>
            </a:r>
            <a:r>
              <a:rPr lang="en-US" sz="2400" kern="0" dirty="0"/>
              <a:t>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i="1" kern="0" dirty="0"/>
              <a:t>//Sorts the elements a[low],…..,a[high] which resides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i="1" kern="0" dirty="0"/>
              <a:t>//in the global array a[1:n] into ascending order;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i="1" kern="0" dirty="0"/>
              <a:t>// a[n+1] is considered to be defined and must </a:t>
            </a:r>
            <a:r>
              <a:rPr lang="en-US" i="1" kern="0" dirty="0">
                <a:cs typeface="Arial" pitchFamily="34" charset="0"/>
              </a:rPr>
              <a:t>≥ all the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i="1" kern="0" dirty="0">
                <a:cs typeface="Arial" pitchFamily="34" charset="0"/>
              </a:rPr>
              <a:t>// elements  in a[1:n].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	if( low&lt; high )  </a:t>
            </a:r>
            <a:r>
              <a:rPr lang="en-US" i="1" kern="0" dirty="0"/>
              <a:t>// if there are more than one element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	{             </a:t>
            </a:r>
            <a:r>
              <a:rPr lang="en-US" i="1" kern="0" dirty="0"/>
              <a:t>// divide p into two </a:t>
            </a:r>
            <a:r>
              <a:rPr lang="en-US" i="1" kern="0" dirty="0" err="1"/>
              <a:t>subproblems</a:t>
            </a:r>
            <a:r>
              <a:rPr lang="en-US" i="1" kern="0" dirty="0"/>
              <a:t>.</a:t>
            </a:r>
            <a:r>
              <a:rPr lang="en-US" sz="2400" kern="0" dirty="0"/>
              <a:t>  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		   </a:t>
            </a:r>
            <a:r>
              <a:rPr lang="en-US" sz="2000" kern="0" dirty="0"/>
              <a:t>j :=</a:t>
            </a:r>
            <a:r>
              <a:rPr lang="en-US" sz="2000" kern="0" dirty="0">
                <a:solidFill>
                  <a:srgbClr val="FF0000"/>
                </a:solidFill>
              </a:rPr>
              <a:t>Partition</a:t>
            </a:r>
            <a:r>
              <a:rPr lang="en-US" sz="2000" kern="0" dirty="0"/>
              <a:t>(</a:t>
            </a:r>
            <a:r>
              <a:rPr lang="en-US" sz="2000" kern="0" dirty="0" err="1"/>
              <a:t>low,high</a:t>
            </a:r>
            <a:r>
              <a:rPr lang="en-US" sz="2000" kern="0" dirty="0"/>
              <a:t>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			        </a:t>
            </a:r>
            <a:r>
              <a:rPr lang="en-US" i="1" kern="0" dirty="0"/>
              <a:t>// j is the position of the partitioning element.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			   </a:t>
            </a:r>
            <a:r>
              <a:rPr lang="en-US" sz="2000" kern="0" dirty="0" err="1">
                <a:solidFill>
                  <a:srgbClr val="FF0000"/>
                </a:solidFill>
              </a:rPr>
              <a:t>QuickSort</a:t>
            </a:r>
            <a:r>
              <a:rPr lang="en-US" sz="2000" kern="0" dirty="0">
                <a:solidFill>
                  <a:srgbClr val="FF0000"/>
                </a:solidFill>
              </a:rPr>
              <a:t>(low,j-1);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			   </a:t>
            </a:r>
            <a:r>
              <a:rPr lang="en-US" sz="2000" kern="0" dirty="0" err="1">
                <a:solidFill>
                  <a:srgbClr val="FF0000"/>
                </a:solidFill>
              </a:rPr>
              <a:t>QuickSort</a:t>
            </a:r>
            <a:r>
              <a:rPr lang="en-US" sz="2000" kern="0" dirty="0">
                <a:solidFill>
                  <a:srgbClr val="FF0000"/>
                </a:solidFill>
              </a:rPr>
              <a:t>(j+1,high);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i="1" kern="0" dirty="0"/>
              <a:t>				    // There is no need for combining solutions.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	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}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7681539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2796E0A-F4DB-394E-A602-6CE2EF367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203201"/>
            <a:ext cx="8229600" cy="592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>
                <a:solidFill>
                  <a:srgbClr val="FF0000"/>
                </a:solidFill>
              </a:rPr>
              <a:t>Algorithm</a:t>
            </a:r>
            <a:r>
              <a:rPr lang="en-US" sz="2400" kern="0"/>
              <a:t> Partition(l,h)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/>
              <a:t>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/>
              <a:t>		</a:t>
            </a:r>
            <a:r>
              <a:rPr lang="en-US" kern="0"/>
              <a:t>pivot:= a[l] ; i:=l;  j:= h+1;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</a:t>
            </a:r>
            <a:r>
              <a:rPr lang="en-US" kern="0">
                <a:solidFill>
                  <a:srgbClr val="FF0000"/>
                </a:solidFill>
              </a:rPr>
              <a:t>while( </a:t>
            </a:r>
            <a:r>
              <a:rPr lang="en-US" kern="0"/>
              <a:t>i &lt; j</a:t>
            </a:r>
            <a:r>
              <a:rPr lang="en-US" kern="0">
                <a:solidFill>
                  <a:srgbClr val="FF0000"/>
                </a:solidFill>
              </a:rPr>
              <a:t> ) do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{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i++;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>
                <a:solidFill>
                  <a:srgbClr val="FF0000"/>
                </a:solidFill>
              </a:rPr>
              <a:t>				while( </a:t>
            </a:r>
            <a:r>
              <a:rPr lang="en-US" kern="0"/>
              <a:t>a[ i ] &lt; pivot</a:t>
            </a:r>
            <a:r>
              <a:rPr lang="en-US" kern="0">
                <a:solidFill>
                  <a:srgbClr val="FF0000"/>
                </a:solidFill>
              </a:rPr>
              <a:t> ) do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	i++;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j--;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</a:t>
            </a:r>
            <a:r>
              <a:rPr lang="en-US" kern="0">
                <a:solidFill>
                  <a:srgbClr val="FF0000"/>
                </a:solidFill>
              </a:rPr>
              <a:t>while( </a:t>
            </a:r>
            <a:r>
              <a:rPr lang="en-US" kern="0"/>
              <a:t>a[ j ]  &gt; pivot</a:t>
            </a:r>
            <a:r>
              <a:rPr lang="en-US" kern="0">
                <a:solidFill>
                  <a:srgbClr val="FF0000"/>
                </a:solidFill>
              </a:rPr>
              <a:t> ) do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	j--;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		</a:t>
            </a:r>
            <a:r>
              <a:rPr lang="en-US" kern="0">
                <a:solidFill>
                  <a:srgbClr val="FF0000"/>
                </a:solidFill>
              </a:rPr>
              <a:t>if ( </a:t>
            </a:r>
            <a:r>
              <a:rPr lang="en-US" kern="0"/>
              <a:t>i &lt; j</a:t>
            </a:r>
            <a:r>
              <a:rPr lang="en-US" kern="0">
                <a:solidFill>
                  <a:srgbClr val="FF0000"/>
                </a:solidFill>
              </a:rPr>
              <a:t> )</a:t>
            </a:r>
            <a:r>
              <a:rPr lang="en-US" kern="0"/>
              <a:t> then </a:t>
            </a:r>
            <a:r>
              <a:rPr lang="en-US" kern="0">
                <a:solidFill>
                  <a:srgbClr val="FF0000"/>
                </a:solidFill>
              </a:rPr>
              <a:t>Interchange</a:t>
            </a:r>
            <a:r>
              <a:rPr lang="en-US" kern="0"/>
              <a:t>(i,j ); </a:t>
            </a:r>
            <a:r>
              <a:rPr lang="en-US" sz="1600" i="1" kern="0"/>
              <a:t>// interchange i</a:t>
            </a:r>
            <a:r>
              <a:rPr lang="en-US" sz="1600" i="1" kern="0" baseline="30000"/>
              <a:t>th</a:t>
            </a:r>
            <a:r>
              <a:rPr lang="en-US" sz="1600" i="1" kern="0"/>
              <a:t> and</a:t>
            </a:r>
            <a:r>
              <a:rPr lang="en-US" sz="1600" kern="0"/>
              <a:t>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}					     </a:t>
            </a:r>
            <a:r>
              <a:rPr lang="en-US" sz="1600" i="1" kern="0"/>
              <a:t>//  j</a:t>
            </a:r>
            <a:r>
              <a:rPr lang="en-US" sz="1600" i="1" kern="0" baseline="30000"/>
              <a:t>th</a:t>
            </a:r>
            <a:r>
              <a:rPr lang="en-US" sz="1600" i="1" kern="0"/>
              <a:t> elements.</a:t>
            </a:r>
            <a:r>
              <a:rPr lang="en-US" sz="1600" kern="0"/>
              <a:t>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/>
              <a:t>		</a:t>
            </a:r>
            <a:r>
              <a:rPr lang="en-US" kern="0">
                <a:solidFill>
                  <a:srgbClr val="FF0000"/>
                </a:solidFill>
              </a:rPr>
              <a:t>Interchange</a:t>
            </a:r>
            <a:r>
              <a:rPr lang="en-US" kern="0"/>
              <a:t>(l, j ); </a:t>
            </a:r>
            <a:r>
              <a:rPr lang="en-US" kern="0">
                <a:solidFill>
                  <a:srgbClr val="FF0000"/>
                </a:solidFill>
              </a:rPr>
              <a:t>return</a:t>
            </a:r>
            <a:r>
              <a:rPr lang="en-US" kern="0"/>
              <a:t> j;  </a:t>
            </a:r>
            <a:r>
              <a:rPr lang="en-US" sz="1600" i="1" kern="0"/>
              <a:t>// interchange pivot and j</a:t>
            </a:r>
            <a:r>
              <a:rPr lang="en-US" sz="1600" i="1" kern="0" baseline="30000"/>
              <a:t>th </a:t>
            </a:r>
            <a:r>
              <a:rPr lang="en-US" sz="1600" i="1" kern="0"/>
              <a:t> element.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/>
              <a:t>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/>
              <a:t>		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sz="2400" kern="0"/>
          </a:p>
        </p:txBody>
      </p:sp>
    </p:spTree>
    <p:extLst>
      <p:ext uri="{BB962C8B-B14F-4D97-AF65-F5344CB8AC3E}">
        <p14:creationId xmlns:p14="http://schemas.microsoft.com/office/powerpoint/2010/main" val="7426164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AF9130C-EBF9-F44F-9CF5-4041F310F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55601"/>
            <a:ext cx="8229600" cy="577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FF0000"/>
                </a:solidFill>
              </a:rPr>
              <a:t>Algorithm</a:t>
            </a:r>
            <a:r>
              <a:rPr lang="en-US" sz="2400" kern="0" dirty="0"/>
              <a:t> interchange (</a:t>
            </a:r>
            <a:r>
              <a:rPr lang="en-US" sz="2400" kern="0" dirty="0" err="1"/>
              <a:t>x,y</a:t>
            </a:r>
            <a:r>
              <a:rPr lang="en-US" sz="2400" kern="0" dirty="0"/>
              <a:t> 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</a:t>
            </a:r>
            <a:r>
              <a:rPr lang="en-US" sz="2000" kern="0" dirty="0"/>
              <a:t>temp=a[x];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	a[x]=a[y];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	a[y]=temp;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0000654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79BF444F-3174-C646-9C98-D1359D27C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33400"/>
            <a:ext cx="8305800" cy="600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/>
              <a:t>To sort a set of elements using Quick sort algorithm.</a:t>
            </a:r>
            <a:endParaRPr lang="en-IN" altLang="en-US" sz="1600"/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#include&lt;iostream.h&gt;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#include&lt;time.h&gt;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#include&lt;conio.h&gt;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#include&lt;stdlib.h&gt;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#include&lt;dos.h&gt;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#define max 500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void qsort(int [],int,int);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partition(int [],int,int);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void main()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a[max],i,n;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clock_t s,e;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clrscr();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cout&lt;&lt;"Enter the value of n:";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cin&gt;&gt;n; 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for(i=0;i&lt;n;i++)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a[i]=rand()%100;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cout&lt;&lt;"\nThe array elements before"&lt;&lt;endl; 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for(i=0;i&lt;n;i++)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cout&lt;&lt;a[i]&lt;&lt;"\t“; 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s=clock();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delay(100);</a:t>
            </a:r>
          </a:p>
          <a:p>
            <a:r>
              <a:rPr lang="en-US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qsort(a,0,n-1);</a:t>
            </a:r>
          </a:p>
        </p:txBody>
      </p:sp>
    </p:spTree>
    <p:extLst>
      <p:ext uri="{BB962C8B-B14F-4D97-AF65-F5344CB8AC3E}">
        <p14:creationId xmlns:p14="http://schemas.microsoft.com/office/powerpoint/2010/main" val="15474070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07145DB1-ED16-4048-BDA4-74FF1156C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33401"/>
            <a:ext cx="8305800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e=clock();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cout&lt;&lt;"\nThe array elements after sorting"&lt;&lt;endl;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for(i=0;i&lt;n;i++)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cout&lt;&lt;a[i]&lt;&lt;"\t";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cout&lt;&lt;"\nThe time taken:"&lt;&lt;(e-s)/CLK_TCK;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getch();</a:t>
            </a:r>
          </a:p>
          <a:p>
            <a:r>
              <a:rPr lang="en-US" altLang="en-US" sz="1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void qsort(int a[],int low,int high)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{    int j;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  if(low&lt;high)</a:t>
            </a:r>
            <a:r>
              <a:rPr lang="en-IN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  <a:r>
              <a:rPr lang="en-IN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j=partition(a,low,high);  qsort(a,low,j-1);  qsort(a,j+1,high);  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int partition(int a[], int low,int high)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{  int pivot,i,j,temp;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pivot=a[low];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i=low+1;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j=high;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while(1)</a:t>
            </a:r>
            <a:r>
              <a:rPr lang="en-IN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</a:t>
            </a:r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while(pivot&gt;a[i] &amp;&amp; i&lt;=high) i++;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while(pivot&lt;a[j])  j--;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 if(i&lt;j)  {  temp=a[i];  a[i]=a[j];  a[j]=temp;  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 Else    {</a:t>
            </a:r>
            <a:r>
              <a:rPr lang="en-IN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temp=a[j];  a[j]=a[low]; a[low]=temp; 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    return j;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ea typeface="Tahoma" panose="020B0604030504040204" pitchFamily="34" charset="0"/>
                <a:cs typeface="Times New Roman" panose="02020603050405020304" pitchFamily="18" charset="0"/>
              </a:rPr>
              <a:t>}</a:t>
            </a:r>
            <a:endParaRPr lang="en-IN" altLang="en-US" sz="1400"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en-US" sz="1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6135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>
            <a:extLst>
              <a:ext uri="{FF2B5EF4-FFF2-40B4-BE49-F238E27FC236}">
                <a16:creationId xmlns:a16="http://schemas.microsoft.com/office/drawing/2014/main" id="{1785C0E3-8800-8F4E-904B-23CFF094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14400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863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1BD7AC8-9709-5E41-8AA2-F3AC2571D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>
                <a:solidFill>
                  <a:srgbClr val="FF0000"/>
                </a:solidFill>
                <a:ea typeface="PMingLiU" panose="02020500000000000000" pitchFamily="18" charset="-120"/>
              </a:rPr>
              <a:t>Time complexity analysis</a:t>
            </a:r>
            <a:br>
              <a:rPr lang="en-US" altLang="zh-TW" sz="4000">
                <a:solidFill>
                  <a:srgbClr val="FF0000"/>
                </a:solidFill>
                <a:ea typeface="PMingLiU" panose="02020500000000000000" pitchFamily="18" charset="-120"/>
              </a:rPr>
            </a:br>
            <a:r>
              <a:rPr lang="en-US" altLang="zh-TW" sz="3200">
                <a:ea typeface="PMingLiU" panose="02020500000000000000" pitchFamily="18" charset="-120"/>
              </a:rPr>
              <a:t>A worst/bad case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5FA74EDA-CD41-0F45-8EF6-F9B97BC2E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9050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BC32DD3-EBA0-004F-8F24-249D38D6E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19050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0C975BAC-118F-F745-B9F9-42C4C6F4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4BEE9119-EF18-754E-AF29-A8226E97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5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5E9EF332-89DA-A040-8C95-ED85598A5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4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5C550B85-5F13-BF4D-B9AF-388AF4F92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75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289FC76-3161-644D-B2A3-46A25E2B4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D8CA40B6-3376-AB40-8B10-D799308E0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18923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1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CF97F5AA-12E2-1F45-8C8C-CC442B070C52}"/>
              </a:ext>
            </a:extLst>
          </p:cNvPr>
          <p:cNvSpPr>
            <a:spLocks/>
          </p:cNvSpPr>
          <p:nvPr/>
        </p:nvSpPr>
        <p:spPr bwMode="auto">
          <a:xfrm>
            <a:off x="7200901" y="1930400"/>
            <a:ext cx="271463" cy="3924300"/>
          </a:xfrm>
          <a:prstGeom prst="rightBrace">
            <a:avLst>
              <a:gd name="adj1" fmla="val 120468"/>
              <a:gd name="adj2" fmla="val 5125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8" name="Oval 12">
            <a:extLst>
              <a:ext uri="{FF2B5EF4-FFF2-40B4-BE49-F238E27FC236}">
                <a16:creationId xmlns:a16="http://schemas.microsoft.com/office/drawing/2014/main" id="{9911AE0A-8279-8945-AFCC-45214FE7B1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757613" y="2276475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1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9B8F0754-0E61-8F44-A9CB-47BA09EB43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16388" y="22764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2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D74F2ABD-CFCF-AF41-A9F5-E2ADDBDA13B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62463" y="22764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3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7D20FD83-DB0A-3F4F-B8BC-61C04BA98C5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19650" y="22764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4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295760AA-F434-FA41-9F3D-1F7CD03A1F0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78425" y="22764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5</a:t>
            </a: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8239393A-44EE-1A4A-A46C-ABF57E6189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22764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96FA4097-6FDC-074C-A0CC-4DA205D9B89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22891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46BCE70B-E5F6-0C42-B534-7FCBA362CA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22891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16" name="Oval 20">
            <a:extLst>
              <a:ext uri="{FF2B5EF4-FFF2-40B4-BE49-F238E27FC236}">
                <a16:creationId xmlns:a16="http://schemas.microsoft.com/office/drawing/2014/main" id="{C2B775BC-67BE-4D4E-8997-A13B616F4DD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16388" y="2660650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2</a:t>
            </a:r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E73D83F5-F706-2A42-B86D-7D7BFF3ACC7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62463" y="26606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3</a:t>
            </a:r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95565E7E-A6B5-E148-839A-20E9C52366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19650" y="26606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4</a:t>
            </a: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F9267711-2046-934D-B274-13748071776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78425" y="26606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5</a:t>
            </a:r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0543FA27-D276-0041-A547-894A49FCF64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26606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25" name="Oval 25">
            <a:extLst>
              <a:ext uri="{FF2B5EF4-FFF2-40B4-BE49-F238E27FC236}">
                <a16:creationId xmlns:a16="http://schemas.microsoft.com/office/drawing/2014/main" id="{946492D3-9F72-C14A-83BB-ECD98AFE13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26733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26" name="Oval 26">
            <a:extLst>
              <a:ext uri="{FF2B5EF4-FFF2-40B4-BE49-F238E27FC236}">
                <a16:creationId xmlns:a16="http://schemas.microsoft.com/office/drawing/2014/main" id="{7C23474F-BBED-3A4D-943C-322CFC00FC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26733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23" name="Oval 27">
            <a:extLst>
              <a:ext uri="{FF2B5EF4-FFF2-40B4-BE49-F238E27FC236}">
                <a16:creationId xmlns:a16="http://schemas.microsoft.com/office/drawing/2014/main" id="{16C93657-720A-F648-8ABD-14BEBCF7D91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62463" y="3046413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3</a:t>
            </a:r>
          </a:p>
        </p:txBody>
      </p:sp>
      <p:sp>
        <p:nvSpPr>
          <p:cNvPr id="28" name="Oval 28">
            <a:extLst>
              <a:ext uri="{FF2B5EF4-FFF2-40B4-BE49-F238E27FC236}">
                <a16:creationId xmlns:a16="http://schemas.microsoft.com/office/drawing/2014/main" id="{59C6A887-DF56-9445-8AAE-0CDEB27B40A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19650" y="30464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4</a:t>
            </a:r>
          </a:p>
        </p:txBody>
      </p:sp>
      <p:sp>
        <p:nvSpPr>
          <p:cNvPr id="29" name="Oval 29">
            <a:extLst>
              <a:ext uri="{FF2B5EF4-FFF2-40B4-BE49-F238E27FC236}">
                <a16:creationId xmlns:a16="http://schemas.microsoft.com/office/drawing/2014/main" id="{6E77E20F-B4FE-2348-98BF-BCD8BE124C3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78425" y="30464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5</a:t>
            </a:r>
          </a:p>
        </p:txBody>
      </p:sp>
      <p:sp>
        <p:nvSpPr>
          <p:cNvPr id="30" name="Oval 30">
            <a:extLst>
              <a:ext uri="{FF2B5EF4-FFF2-40B4-BE49-F238E27FC236}">
                <a16:creationId xmlns:a16="http://schemas.microsoft.com/office/drawing/2014/main" id="{F97936C0-3732-C14A-9B32-92B6C93444D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30464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AD240000-F8E1-5741-B953-2ADF3427127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30591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F3D6DD43-A24D-5042-9563-80CB716664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30591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29" name="Oval 33">
            <a:extLst>
              <a:ext uri="{FF2B5EF4-FFF2-40B4-BE49-F238E27FC236}">
                <a16:creationId xmlns:a16="http://schemas.microsoft.com/office/drawing/2014/main" id="{71E93F1F-A0E0-9A4D-9346-B13F2E44DCD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19650" y="3430588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4</a:t>
            </a: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24828E5D-0647-8A4B-BF9B-E8A1C8E740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78425" y="3430588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5</a:t>
            </a:r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9DC38F12-4572-284E-A594-09FB54A080E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3430588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36" name="Oval 36">
            <a:extLst>
              <a:ext uri="{FF2B5EF4-FFF2-40B4-BE49-F238E27FC236}">
                <a16:creationId xmlns:a16="http://schemas.microsoft.com/office/drawing/2014/main" id="{C143A4D4-646B-364D-963A-FDA68E9F3E5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3443288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12ED631C-EBCA-B742-8A55-766CC9D288C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3443288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34" name="Oval 38">
            <a:extLst>
              <a:ext uri="{FF2B5EF4-FFF2-40B4-BE49-F238E27FC236}">
                <a16:creationId xmlns:a16="http://schemas.microsoft.com/office/drawing/2014/main" id="{ACC351B1-1F54-494C-87D1-F78791EF210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78425" y="3816350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5</a:t>
            </a:r>
          </a:p>
        </p:txBody>
      </p:sp>
      <p:sp>
        <p:nvSpPr>
          <p:cNvPr id="39" name="Oval 39">
            <a:extLst>
              <a:ext uri="{FF2B5EF4-FFF2-40B4-BE49-F238E27FC236}">
                <a16:creationId xmlns:a16="http://schemas.microsoft.com/office/drawing/2014/main" id="{66AFAF57-7DE3-2641-A2CF-08FCE9BC731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38163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6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243B2D26-CE49-754E-BD47-F0C4BBE2BB8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38290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D8861496-EC30-2E43-AC97-3ACC91ECCE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38290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38" name="Oval 42">
            <a:extLst>
              <a:ext uri="{FF2B5EF4-FFF2-40B4-BE49-F238E27FC236}">
                <a16:creationId xmlns:a16="http://schemas.microsoft.com/office/drawing/2014/main" id="{B9FB37A7-9F12-9144-A4B5-874D3A6F9D4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35613" y="4200525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6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B3C9380B-FA21-F141-A182-7DEA313647A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07088" y="421322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7</a:t>
            </a:r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2B81CDA8-48DF-3E4C-828A-998F87D97A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421322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41" name="Oval 45">
            <a:extLst>
              <a:ext uri="{FF2B5EF4-FFF2-40B4-BE49-F238E27FC236}">
                <a16:creationId xmlns:a16="http://schemas.microsoft.com/office/drawing/2014/main" id="{FEA953BF-7D97-2848-BC4B-1E3FC233A54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94388" y="4572000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7</a:t>
            </a:r>
          </a:p>
        </p:txBody>
      </p:sp>
      <p:sp>
        <p:nvSpPr>
          <p:cNvPr id="46" name="Oval 46">
            <a:extLst>
              <a:ext uri="{FF2B5EF4-FFF2-40B4-BE49-F238E27FC236}">
                <a16:creationId xmlns:a16="http://schemas.microsoft.com/office/drawing/2014/main" id="{36C9AE4A-10A9-A044-BDDD-54E51D2DA16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45974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8</a:t>
            </a:r>
          </a:p>
        </p:txBody>
      </p:sp>
      <p:sp>
        <p:nvSpPr>
          <p:cNvPr id="4143" name="Oval 47">
            <a:extLst>
              <a:ext uri="{FF2B5EF4-FFF2-40B4-BE49-F238E27FC236}">
                <a16:creationId xmlns:a16="http://schemas.microsoft.com/office/drawing/2014/main" id="{3AE1AF7D-6252-6A49-A954-36FFE0BEB19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5863" y="4983163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8</a:t>
            </a:r>
          </a:p>
        </p:txBody>
      </p:sp>
      <p:sp>
        <p:nvSpPr>
          <p:cNvPr id="4144" name="Rectangle 48">
            <a:extLst>
              <a:ext uri="{FF2B5EF4-FFF2-40B4-BE49-F238E27FC236}">
                <a16:creationId xmlns:a16="http://schemas.microsoft.com/office/drawing/2014/main" id="{29915C8D-C779-C943-8AC8-8FE33236A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3479800"/>
            <a:ext cx="1371600" cy="7747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i="1"/>
              <a:t>O</a:t>
            </a:r>
            <a:r>
              <a:rPr lang="en-US" altLang="en-US" sz="2400"/>
              <a:t>(n</a:t>
            </a:r>
            <a:r>
              <a:rPr lang="en-US" altLang="en-US" sz="2400" baseline="30000"/>
              <a:t>2</a:t>
            </a:r>
            <a:r>
              <a:rPr lang="en-US" altLang="en-US" sz="2400"/>
              <a:t>)</a:t>
            </a:r>
          </a:p>
        </p:txBody>
      </p:sp>
      <p:sp>
        <p:nvSpPr>
          <p:cNvPr id="49" name="Oval 49">
            <a:extLst>
              <a:ext uri="{FF2B5EF4-FFF2-40B4-BE49-F238E27FC236}">
                <a16:creationId xmlns:a16="http://schemas.microsoft.com/office/drawing/2014/main" id="{0B5B3587-FC64-894B-A152-68899CCFC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19050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0" name="Oval 50">
            <a:extLst>
              <a:ext uri="{FF2B5EF4-FFF2-40B4-BE49-F238E27FC236}">
                <a16:creationId xmlns:a16="http://schemas.microsoft.com/office/drawing/2014/main" id="{02B186D0-E3C1-964C-A645-F13D32D827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228917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E7F1ABA1-8C23-534A-AEE4-5A146CC08E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26733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2" name="Oval 52">
            <a:extLst>
              <a:ext uri="{FF2B5EF4-FFF2-40B4-BE49-F238E27FC236}">
                <a16:creationId xmlns:a16="http://schemas.microsoft.com/office/drawing/2014/main" id="{E8FD8E2A-1C35-2544-8AF5-2FAAB591BB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305911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3" name="Oval 53">
            <a:extLst>
              <a:ext uri="{FF2B5EF4-FFF2-40B4-BE49-F238E27FC236}">
                <a16:creationId xmlns:a16="http://schemas.microsoft.com/office/drawing/2014/main" id="{A26912DF-0BD6-5F4D-948D-A2AF09B4CB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3443288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4" name="Oval 54">
            <a:extLst>
              <a:ext uri="{FF2B5EF4-FFF2-40B4-BE49-F238E27FC236}">
                <a16:creationId xmlns:a16="http://schemas.microsoft.com/office/drawing/2014/main" id="{1ECDB087-A421-7348-B5F6-64710663EAA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382905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5" name="Oval 55">
            <a:extLst>
              <a:ext uri="{FF2B5EF4-FFF2-40B4-BE49-F238E27FC236}">
                <a16:creationId xmlns:a16="http://schemas.microsoft.com/office/drawing/2014/main" id="{C7804304-AF40-3E40-A38C-6E0FE8F4555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4213225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6" name="Oval 56">
            <a:extLst>
              <a:ext uri="{FF2B5EF4-FFF2-40B4-BE49-F238E27FC236}">
                <a16:creationId xmlns:a16="http://schemas.microsoft.com/office/drawing/2014/main" id="{0E4458B3-1302-A449-8756-A355D11C4DE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4597400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57" name="Oval 57">
            <a:extLst>
              <a:ext uri="{FF2B5EF4-FFF2-40B4-BE49-F238E27FC236}">
                <a16:creationId xmlns:a16="http://schemas.microsoft.com/office/drawing/2014/main" id="{5DAA5482-3754-984F-80E7-BB14216672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4983163"/>
            <a:ext cx="355600" cy="35560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pitchFamily="18" charset="-120"/>
              </a:rPr>
              <a:t>9</a:t>
            </a:r>
          </a:p>
        </p:txBody>
      </p:sp>
      <p:sp>
        <p:nvSpPr>
          <p:cNvPr id="4154" name="Oval 58">
            <a:extLst>
              <a:ext uri="{FF2B5EF4-FFF2-40B4-BE49-F238E27FC236}">
                <a16:creationId xmlns:a16="http://schemas.microsoft.com/office/drawing/2014/main" id="{066FBC71-8B6D-5A44-8BE5-A2E0FC59CF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5750" y="5367338"/>
            <a:ext cx="355600" cy="355600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TW">
                <a:ea typeface="PMingLiU" panose="02020500000000000000" pitchFamily="18" charset="-12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3761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B96BF17E-66D8-A141-A890-5E437380D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1" y="2054225"/>
            <a:ext cx="3438525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5123" name="AutoShape 3">
            <a:extLst>
              <a:ext uri="{FF2B5EF4-FFF2-40B4-BE49-F238E27FC236}">
                <a16:creationId xmlns:a16="http://schemas.microsoft.com/office/drawing/2014/main" id="{06A8059A-E431-E94E-BD8A-45EDCB9A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13" y="2781300"/>
            <a:ext cx="3003550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5124" name="AutoShape 4">
            <a:extLst>
              <a:ext uri="{FF2B5EF4-FFF2-40B4-BE49-F238E27FC236}">
                <a16:creationId xmlns:a16="http://schemas.microsoft.com/office/drawing/2014/main" id="{99386BA5-3D8D-284C-A96A-C5F5BCCB7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3702050"/>
            <a:ext cx="1041400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5125" name="AutoShape 5">
            <a:extLst>
              <a:ext uri="{FF2B5EF4-FFF2-40B4-BE49-F238E27FC236}">
                <a16:creationId xmlns:a16="http://schemas.microsoft.com/office/drawing/2014/main" id="{A4B030AC-7BD0-B741-B93A-DC979100335B}"/>
              </a:ext>
            </a:extLst>
          </p:cNvPr>
          <p:cNvCxnSpPr>
            <a:cxnSpLocks noChangeShapeType="1"/>
            <a:stCxn id="5123" idx="0"/>
            <a:endCxn id="5122" idx="2"/>
          </p:cNvCxnSpPr>
          <p:nvPr/>
        </p:nvCxnSpPr>
        <p:spPr bwMode="auto">
          <a:xfrm flipH="1" flipV="1">
            <a:off x="4957764" y="2413001"/>
            <a:ext cx="225425" cy="354013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6" name="AutoShape 6">
            <a:extLst>
              <a:ext uri="{FF2B5EF4-FFF2-40B4-BE49-F238E27FC236}">
                <a16:creationId xmlns:a16="http://schemas.microsoft.com/office/drawing/2014/main" id="{97E09DB2-BF93-814D-A854-54FEE20ABD67}"/>
              </a:ext>
            </a:extLst>
          </p:cNvPr>
          <p:cNvCxnSpPr>
            <a:cxnSpLocks noChangeShapeType="1"/>
            <a:stCxn id="5145" idx="2"/>
            <a:endCxn id="5146" idx="0"/>
          </p:cNvCxnSpPr>
          <p:nvPr/>
        </p:nvCxnSpPr>
        <p:spPr bwMode="auto">
          <a:xfrm>
            <a:off x="6173788" y="4027489"/>
            <a:ext cx="271462" cy="35083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7" name="AutoShape 7">
            <a:extLst>
              <a:ext uri="{FF2B5EF4-FFF2-40B4-BE49-F238E27FC236}">
                <a16:creationId xmlns:a16="http://schemas.microsoft.com/office/drawing/2014/main" id="{9892DCDD-D80B-BF4B-8EDD-DE058B96CD32}"/>
              </a:ext>
            </a:extLst>
          </p:cNvPr>
          <p:cNvCxnSpPr>
            <a:cxnSpLocks noChangeShapeType="1"/>
            <a:stCxn id="5123" idx="2"/>
            <a:endCxn id="5124" idx="0"/>
          </p:cNvCxnSpPr>
          <p:nvPr/>
        </p:nvCxnSpPr>
        <p:spPr bwMode="auto">
          <a:xfrm>
            <a:off x="5183188" y="3140075"/>
            <a:ext cx="971550" cy="547688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8" name="AutoShape 8">
            <a:extLst>
              <a:ext uri="{FF2B5EF4-FFF2-40B4-BE49-F238E27FC236}">
                <a16:creationId xmlns:a16="http://schemas.microsoft.com/office/drawing/2014/main" id="{BFDFC9C2-2D36-D140-AA50-140A5B718572}"/>
              </a:ext>
            </a:extLst>
          </p:cNvPr>
          <p:cNvCxnSpPr>
            <a:cxnSpLocks noChangeShapeType="1"/>
            <a:stCxn id="5122" idx="0"/>
            <a:endCxn id="5129" idx="2"/>
          </p:cNvCxnSpPr>
          <p:nvPr/>
        </p:nvCxnSpPr>
        <p:spPr bwMode="auto">
          <a:xfrm flipH="1" flipV="1">
            <a:off x="4606925" y="1801814"/>
            <a:ext cx="350838" cy="2381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9" name="AutoShape 9">
            <a:extLst>
              <a:ext uri="{FF2B5EF4-FFF2-40B4-BE49-F238E27FC236}">
                <a16:creationId xmlns:a16="http://schemas.microsoft.com/office/drawing/2014/main" id="{1561CCAF-A523-0845-9BDE-D0CEBA2E4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1" y="1435101"/>
            <a:ext cx="4068763" cy="34766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5130" name="Line 10">
            <a:extLst>
              <a:ext uri="{FF2B5EF4-FFF2-40B4-BE49-F238E27FC236}">
                <a16:creationId xmlns:a16="http://schemas.microsoft.com/office/drawing/2014/main" id="{3419FE34-EC47-3146-86E1-4EA218A16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138" y="155416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1" name="Text Box 11">
            <a:extLst>
              <a:ext uri="{FF2B5EF4-FFF2-40B4-BE49-F238E27FC236}">
                <a16:creationId xmlns:a16="http://schemas.microsoft.com/office/drawing/2014/main" id="{1BA1549B-C59D-684D-9A13-E53B6E56B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4" y="1387476"/>
            <a:ext cx="1354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              cn</a:t>
            </a:r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7F4FE536-95E9-C94C-A9EF-22F3BD9EA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5950" y="22352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3" name="Text Box 13">
            <a:extLst>
              <a:ext uri="{FF2B5EF4-FFF2-40B4-BE49-F238E27FC236}">
                <a16:creationId xmlns:a16="http://schemas.microsoft.com/office/drawing/2014/main" id="{6465E0CC-DD92-8F41-B6EE-F1EBF6354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2011363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c(n-1)</a:t>
            </a:r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D25C5280-A727-644A-8919-648A47CCB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0" y="378936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E6FF714C-7E1A-4F4D-8911-52A20D6B7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357981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3c</a:t>
            </a:r>
          </a:p>
        </p:txBody>
      </p:sp>
      <p:sp>
        <p:nvSpPr>
          <p:cNvPr id="5136" name="Oval 16">
            <a:extLst>
              <a:ext uri="{FF2B5EF4-FFF2-40B4-BE49-F238E27FC236}">
                <a16:creationId xmlns:a16="http://schemas.microsoft.com/office/drawing/2014/main" id="{863D43CC-64BB-4142-9C53-AF738FFF9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310673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7" name="Oval 17">
            <a:extLst>
              <a:ext uri="{FF2B5EF4-FFF2-40B4-BE49-F238E27FC236}">
                <a16:creationId xmlns:a16="http://schemas.microsoft.com/office/drawing/2014/main" id="{5AF212E4-6B6D-E04B-9128-39922039F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331628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8" name="Oval 18">
            <a:extLst>
              <a:ext uri="{FF2B5EF4-FFF2-40B4-BE49-F238E27FC236}">
                <a16:creationId xmlns:a16="http://schemas.microsoft.com/office/drawing/2014/main" id="{B1A18AB7-DD16-5144-9303-B3C3AA7C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349408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9" name="AutoShape 19">
            <a:extLst>
              <a:ext uri="{FF2B5EF4-FFF2-40B4-BE49-F238E27FC236}">
                <a16:creationId xmlns:a16="http://schemas.microsoft.com/office/drawing/2014/main" id="{43AC9A8A-6E1F-DA4C-9D34-6044583AD742}"/>
              </a:ext>
            </a:extLst>
          </p:cNvPr>
          <p:cNvSpPr>
            <a:spLocks/>
          </p:cNvSpPr>
          <p:nvPr/>
        </p:nvSpPr>
        <p:spPr bwMode="auto">
          <a:xfrm>
            <a:off x="9142413" y="1495426"/>
            <a:ext cx="152400" cy="3629025"/>
          </a:xfrm>
          <a:prstGeom prst="rightBrace">
            <a:avLst>
              <a:gd name="adj1" fmla="val 19843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BCD5ABAA-7BE0-2744-8EAF-FBE69433E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6113" y="4611688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D6E103AF-5A6C-DA40-BFBA-2E98E4D84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113" y="439896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2c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8CCA902F-6D5E-F549-8CE2-AD7995DC1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363" y="1444625"/>
            <a:ext cx="3222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</a:t>
            </a:r>
          </a:p>
        </p:txBody>
      </p:sp>
      <p:sp>
        <p:nvSpPr>
          <p:cNvPr id="5143" name="Text Box 23">
            <a:extLst>
              <a:ext uri="{FF2B5EF4-FFF2-40B4-BE49-F238E27FC236}">
                <a16:creationId xmlns:a16="http://schemas.microsoft.com/office/drawing/2014/main" id="{3AF79537-DEAD-3F44-9A89-753FC4318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9" y="2095500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n-1</a:t>
            </a:r>
          </a:p>
        </p:txBody>
      </p:sp>
      <p:sp>
        <p:nvSpPr>
          <p:cNvPr id="5144" name="Text Box 24">
            <a:extLst>
              <a:ext uri="{FF2B5EF4-FFF2-40B4-BE49-F238E27FC236}">
                <a16:creationId xmlns:a16="http://schemas.microsoft.com/office/drawing/2014/main" id="{5899ECF0-718C-E641-B9F0-4576E8BDD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39" y="2805114"/>
            <a:ext cx="5111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n-2</a:t>
            </a:r>
          </a:p>
        </p:txBody>
      </p:sp>
      <p:sp>
        <p:nvSpPr>
          <p:cNvPr id="5145" name="Text Box 25">
            <a:extLst>
              <a:ext uri="{FF2B5EF4-FFF2-40B4-BE49-F238E27FC236}">
                <a16:creationId xmlns:a16="http://schemas.microsoft.com/office/drawing/2014/main" id="{B224A4AB-D26C-6843-910C-A8E9A3C20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438" y="3752850"/>
            <a:ext cx="2651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3</a:t>
            </a:r>
          </a:p>
        </p:txBody>
      </p:sp>
      <p:sp>
        <p:nvSpPr>
          <p:cNvPr id="5146" name="AutoShape 26">
            <a:extLst>
              <a:ext uri="{FF2B5EF4-FFF2-40B4-BE49-F238E27FC236}">
                <a16:creationId xmlns:a16="http://schemas.microsoft.com/office/drawing/2014/main" id="{6EE7E5D3-09D3-4543-8D08-3C3D1067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1" y="4392614"/>
            <a:ext cx="620713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5147" name="Text Box 27">
            <a:extLst>
              <a:ext uri="{FF2B5EF4-FFF2-40B4-BE49-F238E27FC236}">
                <a16:creationId xmlns:a16="http://schemas.microsoft.com/office/drawing/2014/main" id="{A70C239D-0E9D-6A48-BF7F-B52DFFA7B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1" y="4441825"/>
            <a:ext cx="2651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2</a:t>
            </a:r>
          </a:p>
        </p:txBody>
      </p:sp>
      <p:sp>
        <p:nvSpPr>
          <p:cNvPr id="5148" name="Line 28">
            <a:extLst>
              <a:ext uri="{FF2B5EF4-FFF2-40B4-BE49-F238E27FC236}">
                <a16:creationId xmlns:a16="http://schemas.microsoft.com/office/drawing/2014/main" id="{E00EB0F5-E827-0B40-AF56-099109089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8175" y="293846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9" name="Text Box 29">
            <a:extLst>
              <a:ext uri="{FF2B5EF4-FFF2-40B4-BE49-F238E27FC236}">
                <a16:creationId xmlns:a16="http://schemas.microsoft.com/office/drawing/2014/main" id="{47500EA0-CA09-2E40-B7F4-C9D2A8ED6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0" y="2714626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c(n-2)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2BDFE6DC-EC47-F84E-A57D-8AC647225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6" y="3903664"/>
            <a:ext cx="3527425" cy="1146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da-DK" altLang="en-US" sz="2200"/>
              <a:t>Happens only if 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da-DK" altLang="en-US" sz="2200"/>
              <a:t>input is sortd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da-DK" altLang="en-US" sz="2200"/>
              <a:t>input is reversely sorted</a:t>
            </a:r>
          </a:p>
        </p:txBody>
      </p:sp>
      <p:sp>
        <p:nvSpPr>
          <p:cNvPr id="5151" name="Rectangle 31">
            <a:extLst>
              <a:ext uri="{FF2B5EF4-FFF2-40B4-BE49-F238E27FC236}">
                <a16:creationId xmlns:a16="http://schemas.microsoft.com/office/drawing/2014/main" id="{278D6266-4E7E-1249-9619-DFE64CC92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00" y="274638"/>
            <a:ext cx="7569200" cy="838200"/>
          </a:xfrm>
          <a:noFill/>
        </p:spPr>
        <p:txBody>
          <a:bodyPr anchor="b"/>
          <a:lstStyle/>
          <a:p>
            <a:pPr eaLnBrk="1" hangingPunct="1"/>
            <a:r>
              <a:rPr lang="da-DK" altLang="en-US"/>
              <a:t>Worst/bad Case</a:t>
            </a:r>
          </a:p>
        </p:txBody>
      </p:sp>
      <p:sp>
        <p:nvSpPr>
          <p:cNvPr id="5152" name="Oval 32">
            <a:extLst>
              <a:ext uri="{FF2B5EF4-FFF2-40B4-BE49-F238E27FC236}">
                <a16:creationId xmlns:a16="http://schemas.microsoft.com/office/drawing/2014/main" id="{1AABCB74-6F31-6F45-998C-A36E6633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0475" y="311626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53" name="Oval 33">
            <a:extLst>
              <a:ext uri="{FF2B5EF4-FFF2-40B4-BE49-F238E27FC236}">
                <a16:creationId xmlns:a16="http://schemas.microsoft.com/office/drawing/2014/main" id="{950499C0-83A8-BE44-957A-90E1298E4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0475" y="33258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54" name="Oval 34">
            <a:extLst>
              <a:ext uri="{FF2B5EF4-FFF2-40B4-BE49-F238E27FC236}">
                <a16:creationId xmlns:a16="http://schemas.microsoft.com/office/drawing/2014/main" id="{141D4F3A-B093-EB4B-B135-517F553A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0475" y="35036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E7D3C85B-0C2E-0945-BD6F-FA4E7132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5407026"/>
            <a:ext cx="2147888" cy="3905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da-DK" altLang="en-US" sz="2200"/>
              <a:t>Total time: </a:t>
            </a:r>
            <a:r>
              <a:rPr lang="da-DK" altLang="en-US" sz="2200" i="1">
                <a:sym typeface="Symbol" pitchFamily="2" charset="2"/>
              </a:rPr>
              <a:t>O</a:t>
            </a:r>
            <a:r>
              <a:rPr lang="da-DK" altLang="en-US" sz="2200">
                <a:sym typeface="Symbol" pitchFamily="2" charset="2"/>
              </a:rPr>
              <a:t>(n</a:t>
            </a:r>
            <a:r>
              <a:rPr lang="da-DK" altLang="en-US" sz="2200" baseline="30000">
                <a:sym typeface="Symbol" pitchFamily="2" charset="2"/>
              </a:rPr>
              <a:t>2</a:t>
            </a:r>
            <a:r>
              <a:rPr lang="da-DK" altLang="en-US" sz="2200">
                <a:sym typeface="Symbol" pitchFamily="2" charset="2"/>
              </a:rPr>
              <a:t>)</a:t>
            </a:r>
          </a:p>
        </p:txBody>
      </p:sp>
      <p:cxnSp>
        <p:nvCxnSpPr>
          <p:cNvPr id="5156" name="AutoShape 36">
            <a:extLst>
              <a:ext uri="{FF2B5EF4-FFF2-40B4-BE49-F238E27FC236}">
                <a16:creationId xmlns:a16="http://schemas.microsoft.com/office/drawing/2014/main" id="{D0D79CC0-1A96-E74C-916A-CD9F24704667}"/>
              </a:ext>
            </a:extLst>
          </p:cNvPr>
          <p:cNvCxnSpPr>
            <a:cxnSpLocks noChangeShapeType="1"/>
            <a:stCxn id="5147" idx="2"/>
            <a:endCxn id="5157" idx="0"/>
          </p:cNvCxnSpPr>
          <p:nvPr/>
        </p:nvCxnSpPr>
        <p:spPr bwMode="auto">
          <a:xfrm>
            <a:off x="6470650" y="4716464"/>
            <a:ext cx="268288" cy="2508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7" name="AutoShape 37">
            <a:extLst>
              <a:ext uri="{FF2B5EF4-FFF2-40B4-BE49-F238E27FC236}">
                <a16:creationId xmlns:a16="http://schemas.microsoft.com/office/drawing/2014/main" id="{46228C6D-6AB6-224D-8C03-B4CD82CD8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475" y="4981575"/>
            <a:ext cx="287338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5158" name="Rectangle 38">
            <a:extLst>
              <a:ext uri="{FF2B5EF4-FFF2-40B4-BE49-F238E27FC236}">
                <a16:creationId xmlns:a16="http://schemas.microsoft.com/office/drawing/2014/main" id="{6D47DF71-15D7-7248-B524-7908094AD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5041900"/>
            <a:ext cx="215900" cy="24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1</a:t>
            </a:r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E5872896-90AF-7E4B-975D-99516C87F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5145088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60" name="Text Box 40">
            <a:extLst>
              <a:ext uri="{FF2B5EF4-FFF2-40B4-BE49-F238E27FC236}">
                <a16:creationId xmlns:a16="http://schemas.microsoft.com/office/drawing/2014/main" id="{C8E8829B-54BC-CA4B-A968-C74BB0880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113" y="480536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1c</a:t>
            </a:r>
          </a:p>
        </p:txBody>
      </p:sp>
    </p:spTree>
    <p:extLst>
      <p:ext uri="{BB962C8B-B14F-4D97-AF65-F5344CB8AC3E}">
        <p14:creationId xmlns:p14="http://schemas.microsoft.com/office/powerpoint/2010/main" val="88427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771FDE-7405-494F-9FB7-57CFE2173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anose="02020500000000000000" pitchFamily="18" charset="-120"/>
              </a:rPr>
              <a:t>A best/good case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FDAC8D-9128-084D-948B-D3B225067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113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TW" sz="2400" kern="0">
                <a:ea typeface="PMingLiU" pitchFamily="18" charset="-120"/>
              </a:rPr>
              <a:t>It occurs only if each partition divides the list into two equal size sublists.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CBCE43-1FEA-6842-8A9D-A6F7DD547931}"/>
              </a:ext>
            </a:extLst>
          </p:cNvPr>
          <p:cNvGrpSpPr>
            <a:grpSpLocks/>
          </p:cNvGrpSpPr>
          <p:nvPr/>
        </p:nvGrpSpPr>
        <p:grpSpPr bwMode="auto">
          <a:xfrm>
            <a:off x="2381250" y="2819400"/>
            <a:ext cx="5029200" cy="2425700"/>
            <a:chOff x="1140" y="2312"/>
            <a:chExt cx="3168" cy="1528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7F8F2E0B-C42F-FA48-BFE2-9C714B29A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C898549F-78ED-094B-AE6E-557232A3E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22EC6CB5-0AF7-4944-BA3B-97404DC53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85EB1934-1974-A845-B2CF-AFCB97EFC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31C5CAB8-E207-3549-8B1C-48E0F997C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8B7F10E1-EE14-F44C-93F2-4C0E3417D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E1065907-59DB-A94B-B9ED-EE731619B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4102EFD9-0699-0843-A26B-EF5C71DAE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B636AC40-A5FC-3F49-800E-6C91C451A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ABDA87AC-7476-8140-822D-C677CC840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73BB7090-F84B-F448-941D-0D761CED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312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64B6FE09-4606-4847-B269-6E2B9417C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D18880A7-C958-9E40-A82C-8E1AE386A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E086D639-5F63-3746-BB3F-777DFF880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A1A88DC3-3043-1542-9CF0-3664AC352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0BDF4C72-0A34-8441-97BA-83D20417B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67" name="Oval 21">
              <a:extLst>
                <a:ext uri="{FF2B5EF4-FFF2-40B4-BE49-F238E27FC236}">
                  <a16:creationId xmlns:a16="http://schemas.microsoft.com/office/drawing/2014/main" id="{DD496E8F-6931-B344-AB92-A29C15FD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Oval 22">
              <a:extLst>
                <a:ext uri="{FF2B5EF4-FFF2-40B4-BE49-F238E27FC236}">
                  <a16:creationId xmlns:a16="http://schemas.microsoft.com/office/drawing/2014/main" id="{F6D11E9E-9468-D740-B5BF-287D09BE2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52CE517D-DBA9-174B-A833-561D5A20F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47911674-0D8D-6341-8A21-E29C6640B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68C2DE8A-3F21-0640-BC3F-8CD4B563A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99BD3B65-C4A7-E440-AA8F-78FABADBC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638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B4D03D44-7D24-0D48-AAC3-8887E215C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id="{C5DF550E-4EF9-C44E-939C-97F9AC3D7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75" name="Oval 29">
              <a:extLst>
                <a:ext uri="{FF2B5EF4-FFF2-40B4-BE49-F238E27FC236}">
                  <a16:creationId xmlns:a16="http://schemas.microsoft.com/office/drawing/2014/main" id="{08506140-B42A-8946-AAA2-9C70BD3C0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" name="Oval 30">
              <a:extLst>
                <a:ext uri="{FF2B5EF4-FFF2-40B4-BE49-F238E27FC236}">
                  <a16:creationId xmlns:a16="http://schemas.microsoft.com/office/drawing/2014/main" id="{29E4704C-EA04-FF47-AD67-9B2751802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E5872D56-003B-2348-9387-CFAFE2A15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2" name="Oval 32">
              <a:extLst>
                <a:ext uri="{FF2B5EF4-FFF2-40B4-BE49-F238E27FC236}">
                  <a16:creationId xmlns:a16="http://schemas.microsoft.com/office/drawing/2014/main" id="{EE61076F-1225-ED49-BF60-561B3CB5C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3" name="Oval 33">
              <a:extLst>
                <a:ext uri="{FF2B5EF4-FFF2-40B4-BE49-F238E27FC236}">
                  <a16:creationId xmlns:a16="http://schemas.microsoft.com/office/drawing/2014/main" id="{0EF8CEE9-592B-8E4C-8B3C-ADE40F0B4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80" name="Oval 34">
              <a:extLst>
                <a:ext uri="{FF2B5EF4-FFF2-40B4-BE49-F238E27FC236}">
                  <a16:creationId xmlns:a16="http://schemas.microsoft.com/office/drawing/2014/main" id="{26368FFE-3CE0-E24E-AAD9-2BAB4B88F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6ECD2CC0-6A0C-E543-9388-93829F9FF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6C1A9256-5386-DA40-95F3-451D83663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964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83" name="Oval 37">
              <a:extLst>
                <a:ext uri="{FF2B5EF4-FFF2-40B4-BE49-F238E27FC236}">
                  <a16:creationId xmlns:a16="http://schemas.microsoft.com/office/drawing/2014/main" id="{A0AE30A1-24F0-AD42-86D3-FF8D500CB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" name="Oval 38">
              <a:extLst>
                <a:ext uri="{FF2B5EF4-FFF2-40B4-BE49-F238E27FC236}">
                  <a16:creationId xmlns:a16="http://schemas.microsoft.com/office/drawing/2014/main" id="{E2FD2DA3-1E9E-0B4D-A663-E376FD654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85" name="Oval 39">
              <a:extLst>
                <a:ext uri="{FF2B5EF4-FFF2-40B4-BE49-F238E27FC236}">
                  <a16:creationId xmlns:a16="http://schemas.microsoft.com/office/drawing/2014/main" id="{56CCC354-F38F-3D43-A990-D015B4233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" name="Oval 40">
              <a:extLst>
                <a:ext uri="{FF2B5EF4-FFF2-40B4-BE49-F238E27FC236}">
                  <a16:creationId xmlns:a16="http://schemas.microsoft.com/office/drawing/2014/main" id="{C4423240-C3D3-2246-A80A-C695EB264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87" name="Oval 41">
              <a:extLst>
                <a:ext uri="{FF2B5EF4-FFF2-40B4-BE49-F238E27FC236}">
                  <a16:creationId xmlns:a16="http://schemas.microsoft.com/office/drawing/2014/main" id="{D4C9A13C-BB2D-174E-89B1-4F3DC6EC7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" name="Oval 42">
              <a:extLst>
                <a:ext uri="{FF2B5EF4-FFF2-40B4-BE49-F238E27FC236}">
                  <a16:creationId xmlns:a16="http://schemas.microsoft.com/office/drawing/2014/main" id="{F9FCFEF5-065F-2C45-AE12-CAFCF37C6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89" name="Oval 43">
              <a:extLst>
                <a:ext uri="{FF2B5EF4-FFF2-40B4-BE49-F238E27FC236}">
                  <a16:creationId xmlns:a16="http://schemas.microsoft.com/office/drawing/2014/main" id="{C144D181-9844-2242-90DC-61504BA60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4" name="Oval 44">
              <a:extLst>
                <a:ext uri="{FF2B5EF4-FFF2-40B4-BE49-F238E27FC236}">
                  <a16:creationId xmlns:a16="http://schemas.microsoft.com/office/drawing/2014/main" id="{4ACA4A22-7465-A948-839B-9EFFB4E4C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3290"/>
              <a:ext cx="224" cy="2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191" name="Oval 45">
              <a:extLst>
                <a:ext uri="{FF2B5EF4-FFF2-40B4-BE49-F238E27FC236}">
                  <a16:creationId xmlns:a16="http://schemas.microsoft.com/office/drawing/2014/main" id="{60FED0FC-2FAE-0E46-843C-1A41EA45A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3616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92" name="Oval 46">
              <a:extLst>
                <a:ext uri="{FF2B5EF4-FFF2-40B4-BE49-F238E27FC236}">
                  <a16:creationId xmlns:a16="http://schemas.microsoft.com/office/drawing/2014/main" id="{A9569B8B-232C-A34A-948E-7D7211550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616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93" name="Oval 47">
              <a:extLst>
                <a:ext uri="{FF2B5EF4-FFF2-40B4-BE49-F238E27FC236}">
                  <a16:creationId xmlns:a16="http://schemas.microsoft.com/office/drawing/2014/main" id="{671D2D3A-D459-364E-BA9D-F0BFBCA8C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3616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94" name="Oval 48">
              <a:extLst>
                <a:ext uri="{FF2B5EF4-FFF2-40B4-BE49-F238E27FC236}">
                  <a16:creationId xmlns:a16="http://schemas.microsoft.com/office/drawing/2014/main" id="{AFFE846B-932D-FA43-9183-AB65B1224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3616"/>
              <a:ext cx="224" cy="224"/>
            </a:xfrm>
            <a:prstGeom prst="ellipse">
              <a:avLst/>
            </a:prstGeom>
            <a:gradFill rotWithShape="1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9" name="AutoShape 49">
            <a:extLst>
              <a:ext uri="{FF2B5EF4-FFF2-40B4-BE49-F238E27FC236}">
                <a16:creationId xmlns:a16="http://schemas.microsoft.com/office/drawing/2014/main" id="{0CC0E549-D506-9D44-A1AC-0CD36D68F5A7}"/>
              </a:ext>
            </a:extLst>
          </p:cNvPr>
          <p:cNvSpPr>
            <a:spLocks/>
          </p:cNvSpPr>
          <p:nvPr/>
        </p:nvSpPr>
        <p:spPr bwMode="auto">
          <a:xfrm>
            <a:off x="7734300" y="2832100"/>
            <a:ext cx="88900" cy="2552700"/>
          </a:xfrm>
          <a:prstGeom prst="rightBrace">
            <a:avLst>
              <a:gd name="adj1" fmla="val 2392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0" name="Rectangle 50">
            <a:extLst>
              <a:ext uri="{FF2B5EF4-FFF2-40B4-BE49-F238E27FC236}">
                <a16:creationId xmlns:a16="http://schemas.microsoft.com/office/drawing/2014/main" id="{A1DA9E7F-1CD1-3E45-9F2C-3CAC9CD8A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708400"/>
            <a:ext cx="1714500" cy="5715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i="1"/>
              <a:t>O</a:t>
            </a:r>
            <a:r>
              <a:rPr lang="en-US" altLang="en-US" sz="2400"/>
              <a:t>(n logn)</a:t>
            </a:r>
          </a:p>
        </p:txBody>
      </p:sp>
    </p:spTree>
    <p:extLst>
      <p:ext uri="{BB962C8B-B14F-4D97-AF65-F5344CB8AC3E}">
        <p14:creationId xmlns:p14="http://schemas.microsoft.com/office/powerpoint/2010/main" val="344908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70" name="AutoShape 2">
            <a:extLst>
              <a:ext uri="{FF2B5EF4-FFF2-40B4-BE49-F238E27FC236}">
                <a16:creationId xmlns:a16="http://schemas.microsoft.com/office/drawing/2014/main" id="{1E58F62B-09F1-E144-9E8C-09C4F80590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27338" y="2508250"/>
            <a:ext cx="495300" cy="5016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1" name="AutoShape 3">
            <a:extLst>
              <a:ext uri="{FF2B5EF4-FFF2-40B4-BE49-F238E27FC236}">
                <a16:creationId xmlns:a16="http://schemas.microsoft.com/office/drawing/2014/main" id="{353514F2-857B-DB44-8B21-73CF7B244A47}"/>
              </a:ext>
            </a:extLst>
          </p:cNvPr>
          <p:cNvCxnSpPr>
            <a:cxnSpLocks noChangeShapeType="1"/>
            <a:stCxn id="7179" idx="0"/>
            <a:endCxn id="7176" idx="2"/>
          </p:cNvCxnSpPr>
          <p:nvPr/>
        </p:nvCxnSpPr>
        <p:spPr bwMode="auto">
          <a:xfrm flipH="1" flipV="1">
            <a:off x="3322638" y="2522538"/>
            <a:ext cx="641350" cy="5016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2" name="AutoShape 4">
            <a:extLst>
              <a:ext uri="{FF2B5EF4-FFF2-40B4-BE49-F238E27FC236}">
                <a16:creationId xmlns:a16="http://schemas.microsoft.com/office/drawing/2014/main" id="{676299FD-859C-E44C-80BE-25DEB0494C91}"/>
              </a:ext>
            </a:extLst>
          </p:cNvPr>
          <p:cNvCxnSpPr>
            <a:cxnSpLocks noChangeShapeType="1"/>
            <a:stCxn id="7182" idx="0"/>
            <a:endCxn id="7207" idx="2"/>
          </p:cNvCxnSpPr>
          <p:nvPr/>
        </p:nvCxnSpPr>
        <p:spPr bwMode="auto">
          <a:xfrm flipV="1">
            <a:off x="2544763" y="4430713"/>
            <a:ext cx="201612" cy="1841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3" name="AutoShape 5">
            <a:extLst>
              <a:ext uri="{FF2B5EF4-FFF2-40B4-BE49-F238E27FC236}">
                <a16:creationId xmlns:a16="http://schemas.microsoft.com/office/drawing/2014/main" id="{0E3C3A79-E277-414C-9ADF-5C68B41A877B}"/>
              </a:ext>
            </a:extLst>
          </p:cNvPr>
          <p:cNvCxnSpPr>
            <a:cxnSpLocks noChangeShapeType="1"/>
            <a:stCxn id="7184" idx="0"/>
            <a:endCxn id="7208" idx="2"/>
          </p:cNvCxnSpPr>
          <p:nvPr/>
        </p:nvCxnSpPr>
        <p:spPr bwMode="auto">
          <a:xfrm flipV="1">
            <a:off x="3646489" y="4408489"/>
            <a:ext cx="268287" cy="2063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4" name="AutoShape 6">
            <a:extLst>
              <a:ext uri="{FF2B5EF4-FFF2-40B4-BE49-F238E27FC236}">
                <a16:creationId xmlns:a16="http://schemas.microsoft.com/office/drawing/2014/main" id="{88F42011-9011-C044-A1F9-E634CB9A9FA6}"/>
              </a:ext>
            </a:extLst>
          </p:cNvPr>
          <p:cNvCxnSpPr>
            <a:cxnSpLocks noChangeShapeType="1"/>
            <a:stCxn id="7207" idx="2"/>
            <a:endCxn id="7183" idx="0"/>
          </p:cNvCxnSpPr>
          <p:nvPr/>
        </p:nvCxnSpPr>
        <p:spPr bwMode="auto">
          <a:xfrm>
            <a:off x="2746375" y="4430713"/>
            <a:ext cx="369888" cy="1841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5" name="AutoShape 7">
            <a:extLst>
              <a:ext uri="{FF2B5EF4-FFF2-40B4-BE49-F238E27FC236}">
                <a16:creationId xmlns:a16="http://schemas.microsoft.com/office/drawing/2014/main" id="{75728A10-EA5D-1848-974A-851E3144C5C9}"/>
              </a:ext>
            </a:extLst>
          </p:cNvPr>
          <p:cNvCxnSpPr>
            <a:cxnSpLocks noChangeShapeType="1"/>
            <a:stCxn id="7208" idx="2"/>
            <a:endCxn id="7185" idx="0"/>
          </p:cNvCxnSpPr>
          <p:nvPr/>
        </p:nvCxnSpPr>
        <p:spPr bwMode="auto">
          <a:xfrm>
            <a:off x="3914775" y="4408489"/>
            <a:ext cx="331788" cy="2063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6" name="AutoShape 8">
            <a:extLst>
              <a:ext uri="{FF2B5EF4-FFF2-40B4-BE49-F238E27FC236}">
                <a16:creationId xmlns:a16="http://schemas.microsoft.com/office/drawing/2014/main" id="{1D9E7786-54BB-C648-BBBA-1B2FCB57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2163764"/>
            <a:ext cx="1855788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77" name="AutoShape 9">
            <a:extLst>
              <a:ext uri="{FF2B5EF4-FFF2-40B4-BE49-F238E27FC236}">
                <a16:creationId xmlns:a16="http://schemas.microsoft.com/office/drawing/2014/main" id="{318F8667-7E7D-8F43-A0A4-483929E99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0" y="2163764"/>
            <a:ext cx="1784350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78" name="AutoShape 10">
            <a:extLst>
              <a:ext uri="{FF2B5EF4-FFF2-40B4-BE49-F238E27FC236}">
                <a16:creationId xmlns:a16="http://schemas.microsoft.com/office/drawing/2014/main" id="{07492313-4120-F149-9271-215536D8A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1" y="3038475"/>
            <a:ext cx="866775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79" name="AutoShape 11">
            <a:extLst>
              <a:ext uri="{FF2B5EF4-FFF2-40B4-BE49-F238E27FC236}">
                <a16:creationId xmlns:a16="http://schemas.microsoft.com/office/drawing/2014/main" id="{E3BE9F4A-2429-454A-AD5E-E6CA10942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038475"/>
            <a:ext cx="850900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80" name="AutoShape 12">
            <a:extLst>
              <a:ext uri="{FF2B5EF4-FFF2-40B4-BE49-F238E27FC236}">
                <a16:creationId xmlns:a16="http://schemas.microsoft.com/office/drawing/2014/main" id="{378C144A-3EDD-7B4D-8A09-BD71F83F1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1" y="3049589"/>
            <a:ext cx="936625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C3A631E8-1E9B-984E-A5B8-7AD361669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638" y="3038475"/>
            <a:ext cx="914400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82" name="AutoShape 14">
            <a:extLst>
              <a:ext uri="{FF2B5EF4-FFF2-40B4-BE49-F238E27FC236}">
                <a16:creationId xmlns:a16="http://schemas.microsoft.com/office/drawing/2014/main" id="{AA34F6A6-3B47-0F43-9034-381155927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1" y="4629150"/>
            <a:ext cx="301625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7183" name="AutoShape 15">
            <a:extLst>
              <a:ext uri="{FF2B5EF4-FFF2-40B4-BE49-F238E27FC236}">
                <a16:creationId xmlns:a16="http://schemas.microsoft.com/office/drawing/2014/main" id="{B524CDB3-4B73-824B-8EA1-6BDA4912B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4629150"/>
            <a:ext cx="290512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7184" name="AutoShape 16">
            <a:extLst>
              <a:ext uri="{FF2B5EF4-FFF2-40B4-BE49-F238E27FC236}">
                <a16:creationId xmlns:a16="http://schemas.microsoft.com/office/drawing/2014/main" id="{EA665723-09BC-5E46-AD1E-B699A77AC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1" y="4629150"/>
            <a:ext cx="295275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7185" name="AutoShape 17">
            <a:extLst>
              <a:ext uri="{FF2B5EF4-FFF2-40B4-BE49-F238E27FC236}">
                <a16:creationId xmlns:a16="http://schemas.microsoft.com/office/drawing/2014/main" id="{85A8DD9F-00F7-EC4A-97CE-60F0EB924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4629150"/>
            <a:ext cx="287338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7186" name="AutoShape 18">
            <a:extLst>
              <a:ext uri="{FF2B5EF4-FFF2-40B4-BE49-F238E27FC236}">
                <a16:creationId xmlns:a16="http://schemas.microsoft.com/office/drawing/2014/main" id="{C41FCEA3-E72E-D04D-B388-5AC9DC3F8FFB}"/>
              </a:ext>
            </a:extLst>
          </p:cNvPr>
          <p:cNvCxnSpPr>
            <a:cxnSpLocks noChangeShapeType="1"/>
            <a:stCxn id="7180" idx="0"/>
            <a:endCxn id="7177" idx="2"/>
          </p:cNvCxnSpPr>
          <p:nvPr/>
        </p:nvCxnSpPr>
        <p:spPr bwMode="auto">
          <a:xfrm flipV="1">
            <a:off x="5002213" y="2522538"/>
            <a:ext cx="588962" cy="512762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7" name="AutoShape 19">
            <a:extLst>
              <a:ext uri="{FF2B5EF4-FFF2-40B4-BE49-F238E27FC236}">
                <a16:creationId xmlns:a16="http://schemas.microsoft.com/office/drawing/2014/main" id="{21E0AA3D-6F66-C946-BA45-40127F58D0DE}"/>
              </a:ext>
            </a:extLst>
          </p:cNvPr>
          <p:cNvCxnSpPr>
            <a:cxnSpLocks noChangeShapeType="1"/>
            <a:stCxn id="7181" idx="0"/>
            <a:endCxn id="7177" idx="2"/>
          </p:cNvCxnSpPr>
          <p:nvPr/>
        </p:nvCxnSpPr>
        <p:spPr bwMode="auto">
          <a:xfrm flipH="1" flipV="1">
            <a:off x="5591176" y="2522538"/>
            <a:ext cx="474663" cy="5016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8" name="AutoShape 20">
            <a:extLst>
              <a:ext uri="{FF2B5EF4-FFF2-40B4-BE49-F238E27FC236}">
                <a16:creationId xmlns:a16="http://schemas.microsoft.com/office/drawing/2014/main" id="{DB3F0345-24BC-C147-8DB3-7A57CD1D906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24163" y="3365500"/>
            <a:ext cx="360362" cy="414338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9" name="AutoShape 21">
            <a:extLst>
              <a:ext uri="{FF2B5EF4-FFF2-40B4-BE49-F238E27FC236}">
                <a16:creationId xmlns:a16="http://schemas.microsoft.com/office/drawing/2014/main" id="{42A9F93F-AB8B-EC4F-9CFB-97E12286119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080001" y="3398838"/>
            <a:ext cx="333375" cy="373062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0" name="AutoShape 22">
            <a:extLst>
              <a:ext uri="{FF2B5EF4-FFF2-40B4-BE49-F238E27FC236}">
                <a16:creationId xmlns:a16="http://schemas.microsoft.com/office/drawing/2014/main" id="{571A0FC1-8741-584B-9E21-96D4E185292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51114" y="3378200"/>
            <a:ext cx="274637" cy="412750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1" name="AutoShape 23">
            <a:extLst>
              <a:ext uri="{FF2B5EF4-FFF2-40B4-BE49-F238E27FC236}">
                <a16:creationId xmlns:a16="http://schemas.microsoft.com/office/drawing/2014/main" id="{BEA6DE5D-657C-AF42-9F81-473B70A1849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89500" y="3398839"/>
            <a:ext cx="204788" cy="365125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2" name="AutoShape 24">
            <a:extLst>
              <a:ext uri="{FF2B5EF4-FFF2-40B4-BE49-F238E27FC236}">
                <a16:creationId xmlns:a16="http://schemas.microsoft.com/office/drawing/2014/main" id="{F53CAB71-5181-8947-A89C-8F8696B669CE}"/>
              </a:ext>
            </a:extLst>
          </p:cNvPr>
          <p:cNvCxnSpPr>
            <a:cxnSpLocks noChangeShapeType="1"/>
            <a:stCxn id="7176" idx="0"/>
            <a:endCxn id="7194" idx="2"/>
          </p:cNvCxnSpPr>
          <p:nvPr/>
        </p:nvCxnSpPr>
        <p:spPr bwMode="auto">
          <a:xfrm flipV="1">
            <a:off x="3322639" y="1762125"/>
            <a:ext cx="1150937" cy="3873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3" name="AutoShape 25">
            <a:extLst>
              <a:ext uri="{FF2B5EF4-FFF2-40B4-BE49-F238E27FC236}">
                <a16:creationId xmlns:a16="http://schemas.microsoft.com/office/drawing/2014/main" id="{1C20E0C9-0298-7448-BF34-F60688B4D10E}"/>
              </a:ext>
            </a:extLst>
          </p:cNvPr>
          <p:cNvCxnSpPr>
            <a:cxnSpLocks noChangeShapeType="1"/>
            <a:stCxn id="7177" idx="0"/>
            <a:endCxn id="7194" idx="2"/>
          </p:cNvCxnSpPr>
          <p:nvPr/>
        </p:nvCxnSpPr>
        <p:spPr bwMode="auto">
          <a:xfrm flipH="1" flipV="1">
            <a:off x="4473575" y="1762125"/>
            <a:ext cx="1117600" cy="3873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4" name="AutoShape 26">
            <a:extLst>
              <a:ext uri="{FF2B5EF4-FFF2-40B4-BE49-F238E27FC236}">
                <a16:creationId xmlns:a16="http://schemas.microsoft.com/office/drawing/2014/main" id="{AA0860C3-4E9C-A142-8334-4959C3FCE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1395413"/>
            <a:ext cx="4068763" cy="347662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195" name="Rectangle 27">
            <a:extLst>
              <a:ext uri="{FF2B5EF4-FFF2-40B4-BE49-F238E27FC236}">
                <a16:creationId xmlns:a16="http://schemas.microsoft.com/office/drawing/2014/main" id="{D9006AC3-3DD1-E240-8610-2B566FDF5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74625"/>
            <a:ext cx="754380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</a:rPr>
              <a:t>Best/good Case</a:t>
            </a:r>
          </a:p>
        </p:txBody>
      </p:sp>
      <p:sp>
        <p:nvSpPr>
          <p:cNvPr id="7196" name="Oval 28">
            <a:extLst>
              <a:ext uri="{FF2B5EF4-FFF2-40B4-BE49-F238E27FC236}">
                <a16:creationId xmlns:a16="http://schemas.microsoft.com/office/drawing/2014/main" id="{C99F59C3-E0A9-7B4B-B9ED-6AEF10F00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34226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97" name="Oval 29">
            <a:extLst>
              <a:ext uri="{FF2B5EF4-FFF2-40B4-BE49-F238E27FC236}">
                <a16:creationId xmlns:a16="http://schemas.microsoft.com/office/drawing/2014/main" id="{BE004CE4-1B2A-6C45-A8F5-A0C5C00DF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36179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98" name="Oval 30">
            <a:extLst>
              <a:ext uri="{FF2B5EF4-FFF2-40B4-BE49-F238E27FC236}">
                <a16:creationId xmlns:a16="http://schemas.microsoft.com/office/drawing/2014/main" id="{B2EB631D-5DCF-2D4B-8268-2383BF67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8131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E0138723-3759-3B40-8E9C-55228D9E2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5375275"/>
            <a:ext cx="70691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tx2"/>
              </a:buClr>
              <a:buFontTx/>
              <a:buChar char="•"/>
            </a:pPr>
            <a:r>
              <a:rPr lang="en-US" altLang="en-US" sz="2800">
                <a:cs typeface="Arial" panose="020B0604020202020204" pitchFamily="34" charset="0"/>
              </a:rPr>
              <a:t>  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Total time: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i="1">
                <a:cs typeface="Arial" panose="020B0604020202020204" pitchFamily="34" charset="0"/>
                <a:sym typeface="Symbol" pitchFamily="2" charset="2"/>
              </a:rPr>
              <a:t>O</a:t>
            </a:r>
            <a:r>
              <a:rPr lang="en-US" altLang="en-US" sz="2800">
                <a:cs typeface="Arial" panose="020B0604020202020204" pitchFamily="34" charset="0"/>
                <a:sym typeface="Symbol" pitchFamily="2" charset="2"/>
              </a:rPr>
              <a:t>(</a:t>
            </a:r>
            <a:r>
              <a:rPr lang="en-US" altLang="en-US" sz="2800">
                <a:cs typeface="Arial" panose="020B0604020202020204" pitchFamily="34" charset="0"/>
              </a:rPr>
              <a:t>nlogn)</a:t>
            </a:r>
          </a:p>
          <a:p>
            <a:pPr eaLnBrk="1" hangingPunct="1">
              <a:buClr>
                <a:schemeClr val="tx2"/>
              </a:buClr>
            </a:pPr>
            <a:endParaRPr lang="en-US" altLang="en-US" sz="2600">
              <a:cs typeface="Arial" panose="020B0604020202020204" pitchFamily="34" charset="0"/>
            </a:endParaRPr>
          </a:p>
        </p:txBody>
      </p:sp>
      <p:sp>
        <p:nvSpPr>
          <p:cNvPr id="7200" name="Text Box 32">
            <a:extLst>
              <a:ext uri="{FF2B5EF4-FFF2-40B4-BE49-F238E27FC236}">
                <a16:creationId xmlns:a16="http://schemas.microsoft.com/office/drawing/2014/main" id="{48349A5A-A543-1B45-98D0-B1B735717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563" y="1435100"/>
            <a:ext cx="3222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</a:t>
            </a:r>
          </a:p>
        </p:txBody>
      </p:sp>
      <p:sp>
        <p:nvSpPr>
          <p:cNvPr id="7201" name="Text Box 33">
            <a:extLst>
              <a:ext uri="{FF2B5EF4-FFF2-40B4-BE49-F238E27FC236}">
                <a16:creationId xmlns:a16="http://schemas.microsoft.com/office/drawing/2014/main" id="{5765FC05-7F1F-B94C-AA99-D43D2FBD4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601" y="2212975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n/2</a:t>
            </a:r>
          </a:p>
        </p:txBody>
      </p:sp>
      <p:sp>
        <p:nvSpPr>
          <p:cNvPr id="7202" name="Text Box 34">
            <a:extLst>
              <a:ext uri="{FF2B5EF4-FFF2-40B4-BE49-F238E27FC236}">
                <a16:creationId xmlns:a16="http://schemas.microsoft.com/office/drawing/2014/main" id="{7DFD803F-0DBB-8F45-B701-B768817A2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26" y="2205039"/>
            <a:ext cx="5111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n/2</a:t>
            </a:r>
          </a:p>
        </p:txBody>
      </p:sp>
      <p:sp>
        <p:nvSpPr>
          <p:cNvPr id="7203" name="Text Box 35">
            <a:extLst>
              <a:ext uri="{FF2B5EF4-FFF2-40B4-BE49-F238E27FC236}">
                <a16:creationId xmlns:a16="http://schemas.microsoft.com/office/drawing/2014/main" id="{FB20E0BE-D804-F441-9120-5F5A8E334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9" y="3086100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n/4</a:t>
            </a:r>
          </a:p>
        </p:txBody>
      </p:sp>
      <p:sp>
        <p:nvSpPr>
          <p:cNvPr id="7204" name="Text Box 36">
            <a:extLst>
              <a:ext uri="{FF2B5EF4-FFF2-40B4-BE49-F238E27FC236}">
                <a16:creationId xmlns:a16="http://schemas.microsoft.com/office/drawing/2014/main" id="{4406DC81-2099-0347-BBE7-1A942844F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6" y="3070225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n/4</a:t>
            </a:r>
          </a:p>
        </p:txBody>
      </p:sp>
      <p:sp>
        <p:nvSpPr>
          <p:cNvPr id="7205" name="Text Box 37">
            <a:extLst>
              <a:ext uri="{FF2B5EF4-FFF2-40B4-BE49-F238E27FC236}">
                <a16:creationId xmlns:a16="http://schemas.microsoft.com/office/drawing/2014/main" id="{C47A01CD-36F9-CE48-BB94-870C976D6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851" y="3092450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n/4</a:t>
            </a:r>
          </a:p>
        </p:txBody>
      </p:sp>
      <p:sp>
        <p:nvSpPr>
          <p:cNvPr id="7206" name="Text Box 38">
            <a:extLst>
              <a:ext uri="{FF2B5EF4-FFF2-40B4-BE49-F238E27FC236}">
                <a16:creationId xmlns:a16="http://schemas.microsoft.com/office/drawing/2014/main" id="{E6F9001E-0642-4845-B951-18D7E78A3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1" y="3076575"/>
            <a:ext cx="511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n/4</a:t>
            </a:r>
          </a:p>
        </p:txBody>
      </p:sp>
      <p:sp>
        <p:nvSpPr>
          <p:cNvPr id="7207" name="AutoShape 39">
            <a:extLst>
              <a:ext uri="{FF2B5EF4-FFF2-40B4-BE49-F238E27FC236}">
                <a16:creationId xmlns:a16="http://schemas.microsoft.com/office/drawing/2014/main" id="{FEA27BC0-84EA-0B48-ADB9-549F633A1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4071939"/>
            <a:ext cx="692150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208" name="AutoShape 40">
            <a:extLst>
              <a:ext uri="{FF2B5EF4-FFF2-40B4-BE49-F238E27FC236}">
                <a16:creationId xmlns:a16="http://schemas.microsoft.com/office/drawing/2014/main" id="{E85FAE1B-912B-5649-AD7A-3E968FC26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700" y="4049714"/>
            <a:ext cx="692150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cxnSp>
        <p:nvCxnSpPr>
          <p:cNvPr id="7209" name="AutoShape 41">
            <a:extLst>
              <a:ext uri="{FF2B5EF4-FFF2-40B4-BE49-F238E27FC236}">
                <a16:creationId xmlns:a16="http://schemas.microsoft.com/office/drawing/2014/main" id="{5E2C3F72-DC5E-7B48-B362-0D3416414B5E}"/>
              </a:ext>
            </a:extLst>
          </p:cNvPr>
          <p:cNvCxnSpPr>
            <a:cxnSpLocks noChangeShapeType="1"/>
            <a:stCxn id="7211" idx="0"/>
            <a:endCxn id="7213" idx="2"/>
          </p:cNvCxnSpPr>
          <p:nvPr/>
        </p:nvCxnSpPr>
        <p:spPr bwMode="auto">
          <a:xfrm flipV="1">
            <a:off x="5827714" y="4389439"/>
            <a:ext cx="268287" cy="2063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0" name="AutoShape 42">
            <a:extLst>
              <a:ext uri="{FF2B5EF4-FFF2-40B4-BE49-F238E27FC236}">
                <a16:creationId xmlns:a16="http://schemas.microsoft.com/office/drawing/2014/main" id="{10F468FC-D626-944E-B86B-1E681A0CB5BC}"/>
              </a:ext>
            </a:extLst>
          </p:cNvPr>
          <p:cNvCxnSpPr>
            <a:cxnSpLocks noChangeShapeType="1"/>
            <a:stCxn id="7213" idx="2"/>
            <a:endCxn id="7212" idx="0"/>
          </p:cNvCxnSpPr>
          <p:nvPr/>
        </p:nvCxnSpPr>
        <p:spPr bwMode="auto">
          <a:xfrm>
            <a:off x="6096000" y="4389439"/>
            <a:ext cx="331788" cy="2063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11" name="AutoShape 43">
            <a:extLst>
              <a:ext uri="{FF2B5EF4-FFF2-40B4-BE49-F238E27FC236}">
                <a16:creationId xmlns:a16="http://schemas.microsoft.com/office/drawing/2014/main" id="{4546456A-92E5-314D-9089-F9F2DB6CB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6" y="4610100"/>
            <a:ext cx="295275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7212" name="AutoShape 44">
            <a:extLst>
              <a:ext uri="{FF2B5EF4-FFF2-40B4-BE49-F238E27FC236}">
                <a16:creationId xmlns:a16="http://schemas.microsoft.com/office/drawing/2014/main" id="{E96E04C8-B8BB-CA46-9804-A803C1547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4610100"/>
            <a:ext cx="287338" cy="3444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7213" name="AutoShape 45">
            <a:extLst>
              <a:ext uri="{FF2B5EF4-FFF2-40B4-BE49-F238E27FC236}">
                <a16:creationId xmlns:a16="http://schemas.microsoft.com/office/drawing/2014/main" id="{CAA72A92-993B-1140-9922-A235ABCB4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4030664"/>
            <a:ext cx="692150" cy="3444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7214" name="Text Box 46">
            <a:extLst>
              <a:ext uri="{FF2B5EF4-FFF2-40B4-BE49-F238E27FC236}">
                <a16:creationId xmlns:a16="http://schemas.microsoft.com/office/drawing/2014/main" id="{F6B04A9B-AE74-DD41-9DA9-82ACFEA86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263" y="40560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2</a:t>
            </a:r>
          </a:p>
        </p:txBody>
      </p:sp>
      <p:sp>
        <p:nvSpPr>
          <p:cNvPr id="7215" name="Text Box 47">
            <a:extLst>
              <a:ext uri="{FF2B5EF4-FFF2-40B4-BE49-F238E27FC236}">
                <a16:creationId xmlns:a16="http://schemas.microsoft.com/office/drawing/2014/main" id="{7C64D31D-59DB-9145-B814-AD3C7250F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40576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7216" name="AutoShape 48">
            <a:extLst>
              <a:ext uri="{FF2B5EF4-FFF2-40B4-BE49-F238E27FC236}">
                <a16:creationId xmlns:a16="http://schemas.microsoft.com/office/drawing/2014/main" id="{D33925F6-9B21-4045-A260-4EA59DE5C05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088064" y="3378201"/>
            <a:ext cx="333375" cy="373063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7" name="AutoShape 49">
            <a:extLst>
              <a:ext uri="{FF2B5EF4-FFF2-40B4-BE49-F238E27FC236}">
                <a16:creationId xmlns:a16="http://schemas.microsoft.com/office/drawing/2014/main" id="{97A2CEB8-54A8-1547-9834-C6DBC3822C3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97564" y="3378201"/>
            <a:ext cx="204787" cy="365125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8" name="AutoShape 50">
            <a:extLst>
              <a:ext uri="{FF2B5EF4-FFF2-40B4-BE49-F238E27FC236}">
                <a16:creationId xmlns:a16="http://schemas.microsoft.com/office/drawing/2014/main" id="{3415C25F-E703-BB44-9131-E1790132EB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11601" y="3405188"/>
            <a:ext cx="333375" cy="373062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9" name="AutoShape 51">
            <a:extLst>
              <a:ext uri="{FF2B5EF4-FFF2-40B4-BE49-F238E27FC236}">
                <a16:creationId xmlns:a16="http://schemas.microsoft.com/office/drawing/2014/main" id="{AE334EE9-915D-D947-B6E7-94DC5DC2986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21100" y="3405189"/>
            <a:ext cx="204788" cy="365125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dash"/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20" name="Text Box 52">
            <a:extLst>
              <a:ext uri="{FF2B5EF4-FFF2-40B4-BE49-F238E27FC236}">
                <a16:creationId xmlns:a16="http://schemas.microsoft.com/office/drawing/2014/main" id="{7672165E-C110-2F4B-92E1-DA072873E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40354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2</a:t>
            </a:r>
          </a:p>
        </p:txBody>
      </p:sp>
      <p:sp>
        <p:nvSpPr>
          <p:cNvPr id="7221" name="Oval 53">
            <a:extLst>
              <a:ext uri="{FF2B5EF4-FFF2-40B4-BE49-F238E27FC236}">
                <a16:creationId xmlns:a16="http://schemas.microsoft.com/office/drawing/2014/main" id="{269D6EF7-6531-254D-9A9F-30E015A35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75" y="42862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22" name="Oval 54">
            <a:extLst>
              <a:ext uri="{FF2B5EF4-FFF2-40B4-BE49-F238E27FC236}">
                <a16:creationId xmlns:a16="http://schemas.microsoft.com/office/drawing/2014/main" id="{732A6366-CAD4-0B46-AD5F-7104C3EF0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28466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23" name="Oval 55">
            <a:extLst>
              <a:ext uri="{FF2B5EF4-FFF2-40B4-BE49-F238E27FC236}">
                <a16:creationId xmlns:a16="http://schemas.microsoft.com/office/drawing/2014/main" id="{4D4E5713-3264-EF44-B833-9F52DB82D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650" y="428466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16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7D3BADF-FB7F-494B-9C17-A007CC53F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Summary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62EB47-4A26-884D-BF0B-0036D5904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1196975"/>
            <a:ext cx="82296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3200" kern="0">
                <a:solidFill>
                  <a:srgbClr val="FF0000"/>
                </a:solidFill>
              </a:rPr>
              <a:t>Quick-Sort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Most of the work done in partitioning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Best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 log(n))</a:t>
            </a:r>
            <a:r>
              <a:rPr lang="en-US" sz="2800" kern="0"/>
              <a:t> time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Average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 log(n))</a:t>
            </a:r>
            <a:r>
              <a:rPr lang="en-US" sz="2800" kern="0"/>
              <a:t> time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2800" kern="0"/>
              <a:t>Worst case takes </a:t>
            </a:r>
            <a:r>
              <a:rPr lang="en-US" sz="2800" b="1" i="1" kern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US" sz="2800" b="1" kern="0">
                <a:solidFill>
                  <a:srgbClr val="FF0000"/>
                </a:solidFill>
              </a:rPr>
              <a:t>(n</a:t>
            </a:r>
            <a:r>
              <a:rPr lang="en-US" sz="2800" b="1" kern="0" baseline="30000">
                <a:solidFill>
                  <a:srgbClr val="FF0000"/>
                </a:solidFill>
              </a:rPr>
              <a:t>2</a:t>
            </a:r>
            <a:r>
              <a:rPr lang="en-US" sz="2800" b="1" kern="0">
                <a:solidFill>
                  <a:srgbClr val="FF0000"/>
                </a:solidFill>
              </a:rPr>
              <a:t>)</a:t>
            </a:r>
            <a:r>
              <a:rPr lang="en-US" sz="2800" kern="0"/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26732474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D07B40D-E330-FD4E-A46E-07EC2812C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Strassen’s Matrix Multiplication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5C714E18-874A-0146-8BD7-41C15B7F9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06680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 sz="2400">
                <a:solidFill>
                  <a:srgbClr val="9E189E"/>
                </a:solidFill>
              </a:rPr>
              <a:t>Basic Matrix Multiplication</a:t>
            </a:r>
            <a:endParaRPr lang="en-US" altLang="en-US" sz="2400">
              <a:solidFill>
                <a:srgbClr val="9E189E"/>
              </a:solidFill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3A06669-E226-7642-8423-0CF8AA53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667001"/>
            <a:ext cx="5410200" cy="3019425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void matrix_mult (){</a:t>
            </a:r>
            <a:endParaRPr lang="tr-TR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for (i = 1; i &lt;= N; i++) {  </a:t>
            </a:r>
            <a:r>
              <a:rPr lang="tr-TR" altLang="en-US" sz="2000">
                <a:latin typeface="Times New Roman" panose="02020603050405020304" pitchFamily="18" charset="0"/>
              </a:rPr>
              <a:t>                            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lang="tr-TR" altLang="en-US" sz="2000">
                <a:latin typeface="Times New Roman" panose="02020603050405020304" pitchFamily="18" charset="0"/>
              </a:rPr>
              <a:t>        </a:t>
            </a:r>
            <a:r>
              <a:rPr lang="en-US" altLang="en-US" sz="2000">
                <a:latin typeface="Times New Roman" panose="02020603050405020304" pitchFamily="18" charset="0"/>
              </a:rPr>
              <a:t>for (j = 1; j &lt;= N; j++) {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for(k=1; k&lt;=N; k++){	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          </a:t>
            </a:r>
            <a:r>
              <a:rPr lang="tr-TR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latin typeface="Times New Roman" panose="02020603050405020304" pitchFamily="18" charset="0"/>
              </a:rPr>
              <a:t> C[i,j]=C[i,j]+A[i,k]+B[k,j];</a:t>
            </a:r>
            <a:r>
              <a:rPr lang="tr-TR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>
                <a:latin typeface="Times New Roman" panose="02020603050405020304" pitchFamily="18" charset="0"/>
              </a:rPr>
              <a:t>   </a:t>
            </a:r>
            <a:r>
              <a:rPr lang="tr-TR" altLang="en-US" sz="2000">
                <a:latin typeface="Times New Roman" panose="02020603050405020304" pitchFamily="18" charset="0"/>
              </a:rPr>
              <a:t>               	                             </a:t>
            </a:r>
            <a:r>
              <a:rPr lang="en-US" altLang="en-US" sz="2000">
                <a:latin typeface="Times New Roman" panose="02020603050405020304" pitchFamily="18" charset="0"/>
              </a:rPr>
              <a:t>}</a:t>
            </a:r>
            <a:endParaRPr lang="tr-TR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en-US" sz="2000">
                <a:latin typeface="Times New Roman" panose="02020603050405020304" pitchFamily="18" charset="0"/>
              </a:rPr>
              <a:t>  }</a:t>
            </a:r>
            <a:r>
              <a:rPr lang="en-US" altLang="en-US" sz="2000">
                <a:latin typeface="Times New Roman" panose="02020603050405020304" pitchFamily="18" charset="0"/>
              </a:rPr>
              <a:t>}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7D4A6876-6411-E54D-9FA5-52309B16F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791200"/>
            <a:ext cx="70866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Time complexity of above algorithm is</a:t>
            </a:r>
            <a:r>
              <a:rPr lang="en-US" altLang="en-US" b="1"/>
              <a:t> </a:t>
            </a:r>
          </a:p>
          <a:p>
            <a:r>
              <a:rPr lang="en-US" altLang="en-US" b="1"/>
              <a:t>T(n)=O(n3)</a:t>
            </a: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995B947F-1685-904D-B536-95200ADF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57400"/>
            <a:ext cx="7086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Let A an B two n</a:t>
            </a:r>
            <a:r>
              <a:rPr lang="en-US" altLang="en-US">
                <a:cs typeface="Arial" panose="020B0604020202020204" pitchFamily="34" charset="0"/>
              </a:rPr>
              <a:t>×</a:t>
            </a:r>
            <a:r>
              <a:rPr lang="en-US" altLang="en-US"/>
              <a:t>n matrices. The product  C=AB is also an n×n matrix.</a:t>
            </a:r>
          </a:p>
        </p:txBody>
      </p:sp>
    </p:spTree>
    <p:extLst>
      <p:ext uri="{BB962C8B-B14F-4D97-AF65-F5344CB8AC3E}">
        <p14:creationId xmlns:p14="http://schemas.microsoft.com/office/powerpoint/2010/main" val="5601819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773C46D-7037-804F-9DE2-8F50DB1BE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Divide and Conquer technique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E76E60F-3AC7-8B4D-9D0C-8DF24EE2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7620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/>
              <a:t>We want to compute the product C=AB, where each of A,B, and C are n×n matrices.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/>
              <a:t>Assume n is a power of 2.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/>
              <a:t>If n is not a power of 2, add enough rows and columns of zeros.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/>
              <a:t>We divide each of A,B, and C into four n/2×n/2 matrices, rewriting the equation C=AB as follows: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AD63B19-64E0-864C-929B-A42295BA0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19600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0E244A17-2E1C-E145-A0E7-C40D06333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6" y="4343400"/>
            <a:ext cx="44481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32633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F7D7C04-A9B6-B84D-99ED-569DB552D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572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kern="0"/>
              <a:t>Then,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/>
              <a:t>	</a:t>
            </a:r>
            <a:r>
              <a:rPr lang="en-US" sz="2000" kern="0"/>
              <a:t>C</a:t>
            </a:r>
            <a:r>
              <a:rPr lang="en-US" sz="2000" kern="0" baseline="-25000"/>
              <a:t>11</a:t>
            </a:r>
            <a:r>
              <a:rPr lang="en-US" sz="2000" kern="0"/>
              <a:t>=A</a:t>
            </a:r>
            <a:r>
              <a:rPr lang="en-US" sz="2000" kern="0" baseline="-25000"/>
              <a:t>11</a:t>
            </a:r>
            <a:r>
              <a:rPr lang="en-US" sz="2000" kern="0"/>
              <a:t>B</a:t>
            </a:r>
            <a:r>
              <a:rPr lang="en-US" sz="2000" kern="0" baseline="-25000"/>
              <a:t>11</a:t>
            </a:r>
            <a:r>
              <a:rPr lang="en-US" sz="2000" kern="0"/>
              <a:t>+A</a:t>
            </a:r>
            <a:r>
              <a:rPr lang="en-US" sz="2000" kern="0" baseline="-25000"/>
              <a:t>12</a:t>
            </a:r>
            <a:r>
              <a:rPr lang="en-US" sz="2000" kern="0"/>
              <a:t>B</a:t>
            </a:r>
            <a:r>
              <a:rPr lang="en-US" sz="2000" kern="0" baseline="-25000"/>
              <a:t>21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C</a:t>
            </a:r>
            <a:r>
              <a:rPr lang="en-US" sz="2000" kern="0" baseline="-25000"/>
              <a:t>12</a:t>
            </a:r>
            <a:r>
              <a:rPr lang="en-US" sz="2000" kern="0"/>
              <a:t>=A</a:t>
            </a:r>
            <a:r>
              <a:rPr lang="en-US" sz="2000" kern="0" baseline="-25000"/>
              <a:t>11</a:t>
            </a:r>
            <a:r>
              <a:rPr lang="en-US" sz="2000" kern="0"/>
              <a:t>B</a:t>
            </a:r>
            <a:r>
              <a:rPr lang="en-US" sz="2000" kern="0" baseline="-25000"/>
              <a:t>12</a:t>
            </a:r>
            <a:r>
              <a:rPr lang="en-US" sz="2000" kern="0"/>
              <a:t>+A</a:t>
            </a:r>
            <a:r>
              <a:rPr lang="en-US" sz="2000" kern="0" baseline="-25000"/>
              <a:t>12</a:t>
            </a:r>
            <a:r>
              <a:rPr lang="en-US" sz="2000" kern="0"/>
              <a:t>B</a:t>
            </a:r>
            <a:r>
              <a:rPr lang="en-US" sz="2000" kern="0" baseline="-25000"/>
              <a:t>22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C</a:t>
            </a:r>
            <a:r>
              <a:rPr lang="en-US" sz="2000" kern="0" baseline="-25000"/>
              <a:t>21</a:t>
            </a:r>
            <a:r>
              <a:rPr lang="en-US" sz="2000" kern="0"/>
              <a:t>=A</a:t>
            </a:r>
            <a:r>
              <a:rPr lang="en-US" sz="2000" kern="0" baseline="-25000"/>
              <a:t>21</a:t>
            </a:r>
            <a:r>
              <a:rPr lang="en-US" sz="2000" kern="0"/>
              <a:t>B</a:t>
            </a:r>
            <a:r>
              <a:rPr lang="en-US" sz="2000" kern="0" baseline="-25000"/>
              <a:t>11</a:t>
            </a:r>
            <a:r>
              <a:rPr lang="en-US" sz="2000" kern="0"/>
              <a:t>+A</a:t>
            </a:r>
            <a:r>
              <a:rPr lang="en-US" sz="2000" kern="0" baseline="-25000"/>
              <a:t>22</a:t>
            </a:r>
            <a:r>
              <a:rPr lang="en-US" sz="2000" kern="0"/>
              <a:t>B</a:t>
            </a:r>
            <a:r>
              <a:rPr lang="en-US" sz="2000" kern="0" baseline="-25000"/>
              <a:t>21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C</a:t>
            </a:r>
            <a:r>
              <a:rPr lang="en-US" sz="2000" kern="0" baseline="-25000"/>
              <a:t>22</a:t>
            </a:r>
            <a:r>
              <a:rPr lang="en-US" sz="2000" kern="0"/>
              <a:t>=A</a:t>
            </a:r>
            <a:r>
              <a:rPr lang="en-US" sz="2000" kern="0" baseline="-25000"/>
              <a:t>21</a:t>
            </a:r>
            <a:r>
              <a:rPr lang="en-US" sz="2000" kern="0"/>
              <a:t>B</a:t>
            </a:r>
            <a:r>
              <a:rPr lang="en-US" sz="2000" kern="0" baseline="-25000"/>
              <a:t>12</a:t>
            </a:r>
            <a:r>
              <a:rPr lang="en-US" sz="2000" kern="0"/>
              <a:t>+A</a:t>
            </a:r>
            <a:r>
              <a:rPr lang="en-US" sz="2000" kern="0" baseline="-25000"/>
              <a:t>22</a:t>
            </a:r>
            <a:r>
              <a:rPr lang="en-US" sz="2000" kern="0"/>
              <a:t>B</a:t>
            </a:r>
            <a:r>
              <a:rPr lang="en-US" sz="2000" kern="0" baseline="-25000"/>
              <a:t>22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Each of these four equations specifies two multiplications of n/2×n/2 matrices and the addition of their n/2×n/2 products.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We can derive the following recurrence relation for the time T(n) to multiply two n×n matrices: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     T(n)=        c</a:t>
            </a:r>
            <a:r>
              <a:rPr lang="en-US" sz="2000" kern="0" baseline="-25000"/>
              <a:t>1</a:t>
            </a:r>
            <a:r>
              <a:rPr lang="en-US" sz="2000" kern="0"/>
              <a:t>                   if n&lt;=2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	        8T(n/2)+ 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  if n&gt;2</a:t>
            </a:r>
          </a:p>
        </p:txBody>
      </p:sp>
      <p:sp>
        <p:nvSpPr>
          <p:cNvPr id="1028" name="AutoShape 3">
            <a:extLst>
              <a:ext uri="{FF2B5EF4-FFF2-40B4-BE49-F238E27FC236}">
                <a16:creationId xmlns:a16="http://schemas.microsoft.com/office/drawing/2014/main" id="{B64EF564-AD33-C34C-964F-168106559BAD}"/>
              </a:ext>
            </a:extLst>
          </p:cNvPr>
          <p:cNvSpPr>
            <a:spLocks/>
          </p:cNvSpPr>
          <p:nvPr/>
        </p:nvSpPr>
        <p:spPr bwMode="auto">
          <a:xfrm>
            <a:off x="3200400" y="4038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731DE95E-BE22-1048-88F9-26FE6C122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34000"/>
            <a:ext cx="76200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1"/>
          </a:p>
          <a:p>
            <a:r>
              <a:rPr lang="en-US" altLang="en-US" b="1"/>
              <a:t>T(n) = O(n3)</a:t>
            </a:r>
          </a:p>
          <a:p>
            <a:endParaRPr lang="en-US" altLang="en-US" b="1"/>
          </a:p>
          <a:p>
            <a:pPr>
              <a:buFontTx/>
              <a:buChar char="•"/>
            </a:pPr>
            <a:r>
              <a:rPr lang="en-US" altLang="en-US"/>
              <a:t> </a:t>
            </a:r>
            <a:r>
              <a:rPr lang="en-US" altLang="en-US">
                <a:solidFill>
                  <a:srgbClr val="FF0066"/>
                </a:solidFill>
              </a:rPr>
              <a:t>This method is no faster than the ordinary method</a:t>
            </a:r>
            <a:r>
              <a:rPr lang="en-US" altLang="en-US"/>
              <a:t>.</a:t>
            </a:r>
          </a:p>
          <a:p>
            <a:endParaRPr lang="en-US" altLang="en-US" b="1"/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3D221C37-3BCB-0B44-8BE2-A1D5542EA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914400"/>
          <a:ext cx="5181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2" imgW="70802500" imgH="19900900" progId="Equation.3">
                  <p:embed/>
                </p:oleObj>
              </mc:Choice>
              <mc:Fallback>
                <p:oleObj name="Microsoft Equation 3.0" r:id="rId2" imgW="70802500" imgH="19900900" progId="Equation.3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3D221C37-3BCB-0B44-8BE2-A1D5542EA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914400"/>
                        <a:ext cx="51816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6">
            <a:extLst>
              <a:ext uri="{FF2B5EF4-FFF2-40B4-BE49-F238E27FC236}">
                <a16:creationId xmlns:a16="http://schemas.microsoft.com/office/drawing/2014/main" id="{97C07164-8385-9846-933C-21A61549F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039EB320-8DAE-DB4C-B655-706F37FA8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94F81B1F-6738-9A4A-8694-E62380044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17040657-5312-8541-B1FA-AFB4FBD60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5EF4D042-054A-1E48-805B-BE5A8EE9D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6764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62FA8631-6B34-0D45-8054-5494BFB7B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6764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C62E4E8D-0E4E-A046-B004-FE1EC91BE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6764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57D7123C-EAE4-D141-9481-0ABE97CE5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6764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B933208C-09DF-B64B-BBB6-5B94B90A1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5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562E7D13-FB40-944A-A6DF-46BDB4589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55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Line 16">
            <a:extLst>
              <a:ext uri="{FF2B5EF4-FFF2-40B4-BE49-F238E27FC236}">
                <a16:creationId xmlns:a16="http://schemas.microsoft.com/office/drawing/2014/main" id="{F85923A5-41AA-B747-B0AB-0257B9658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95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" name="Line 17">
            <a:extLst>
              <a:ext uri="{FF2B5EF4-FFF2-40B4-BE49-F238E27FC236}">
                <a16:creationId xmlns:a16="http://schemas.microsoft.com/office/drawing/2014/main" id="{A2DC98CD-186D-F540-B184-7BB53E900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9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2" name="Line 18">
            <a:extLst>
              <a:ext uri="{FF2B5EF4-FFF2-40B4-BE49-F238E27FC236}">
                <a16:creationId xmlns:a16="http://schemas.microsoft.com/office/drawing/2014/main" id="{691AFF63-C01C-5340-9E8A-33FAD80FC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" name="Line 19">
            <a:extLst>
              <a:ext uri="{FF2B5EF4-FFF2-40B4-BE49-F238E27FC236}">
                <a16:creationId xmlns:a16="http://schemas.microsoft.com/office/drawing/2014/main" id="{76AA6D43-7064-0241-ACF5-9695A44A4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" name="Line 20">
            <a:extLst>
              <a:ext uri="{FF2B5EF4-FFF2-40B4-BE49-F238E27FC236}">
                <a16:creationId xmlns:a16="http://schemas.microsoft.com/office/drawing/2014/main" id="{D54967EC-B5BE-EA41-9A72-5E084C082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5" name="Line 21">
            <a:extLst>
              <a:ext uri="{FF2B5EF4-FFF2-40B4-BE49-F238E27FC236}">
                <a16:creationId xmlns:a16="http://schemas.microsoft.com/office/drawing/2014/main" id="{CA47E3DA-E9DD-484F-B7AD-616481D1F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6" name="Line 22">
            <a:extLst>
              <a:ext uri="{FF2B5EF4-FFF2-40B4-BE49-F238E27FC236}">
                <a16:creationId xmlns:a16="http://schemas.microsoft.com/office/drawing/2014/main" id="{6C792F54-33B9-D940-A257-5EA0959AD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7" name="Line 23">
            <a:extLst>
              <a:ext uri="{FF2B5EF4-FFF2-40B4-BE49-F238E27FC236}">
                <a16:creationId xmlns:a16="http://schemas.microsoft.com/office/drawing/2014/main" id="{34D26701-CD2C-7142-9974-B70229B27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8" name="Line 24">
            <a:extLst>
              <a:ext uri="{FF2B5EF4-FFF2-40B4-BE49-F238E27FC236}">
                <a16:creationId xmlns:a16="http://schemas.microsoft.com/office/drawing/2014/main" id="{E06D6C3F-E184-634C-94FD-2C683C44C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9" name="Line 25">
            <a:extLst>
              <a:ext uri="{FF2B5EF4-FFF2-40B4-BE49-F238E27FC236}">
                <a16:creationId xmlns:a16="http://schemas.microsoft.com/office/drawing/2014/main" id="{45C357ED-3A2E-A547-9B4A-1B7DFC78D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0" name="Line 26">
            <a:extLst>
              <a:ext uri="{FF2B5EF4-FFF2-40B4-BE49-F238E27FC236}">
                <a16:creationId xmlns:a16="http://schemas.microsoft.com/office/drawing/2014/main" id="{2283E3BB-D7B1-884B-AD93-72FAF916E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95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1" name="Line 27">
            <a:extLst>
              <a:ext uri="{FF2B5EF4-FFF2-40B4-BE49-F238E27FC236}">
                <a16:creationId xmlns:a16="http://schemas.microsoft.com/office/drawing/2014/main" id="{DC0DD5BB-D528-A648-A21C-79C54294B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55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2" name="Line 28">
            <a:extLst>
              <a:ext uri="{FF2B5EF4-FFF2-40B4-BE49-F238E27FC236}">
                <a16:creationId xmlns:a16="http://schemas.microsoft.com/office/drawing/2014/main" id="{1603E8C6-F9E1-E54D-BF33-98D22FF4F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55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3" name="Line 29">
            <a:extLst>
              <a:ext uri="{FF2B5EF4-FFF2-40B4-BE49-F238E27FC236}">
                <a16:creationId xmlns:a16="http://schemas.microsoft.com/office/drawing/2014/main" id="{08021477-A0CE-BC46-AF31-1282D1D47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1039814"/>
            <a:ext cx="1588" cy="484187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" name="Line 30">
            <a:extLst>
              <a:ext uri="{FF2B5EF4-FFF2-40B4-BE49-F238E27FC236}">
                <a16:creationId xmlns:a16="http://schemas.microsoft.com/office/drawing/2014/main" id="{26C7DA67-8159-D04B-8768-F0942FBDB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" name="Line 31">
            <a:extLst>
              <a:ext uri="{FF2B5EF4-FFF2-40B4-BE49-F238E27FC236}">
                <a16:creationId xmlns:a16="http://schemas.microsoft.com/office/drawing/2014/main" id="{4B9ED10C-986C-994D-B1DD-EE0C74F99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1039814"/>
            <a:ext cx="1588" cy="484187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" name="Line 32">
            <a:extLst>
              <a:ext uri="{FF2B5EF4-FFF2-40B4-BE49-F238E27FC236}">
                <a16:creationId xmlns:a16="http://schemas.microsoft.com/office/drawing/2014/main" id="{8BF3692C-78B9-0D48-B3D6-3FBEBFB0C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0" y="1066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7" name="Line 33">
            <a:extLst>
              <a:ext uri="{FF2B5EF4-FFF2-40B4-BE49-F238E27FC236}">
                <a16:creationId xmlns:a16="http://schemas.microsoft.com/office/drawing/2014/main" id="{95E5FB34-970F-B447-B039-1EFCD14B1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0" y="1752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8" name="Line 34">
            <a:extLst>
              <a:ext uri="{FF2B5EF4-FFF2-40B4-BE49-F238E27FC236}">
                <a16:creationId xmlns:a16="http://schemas.microsoft.com/office/drawing/2014/main" id="{80EB6BE8-E35D-5F47-8ECA-025D74171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1725614"/>
            <a:ext cx="1588" cy="484187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9" name="Line 35">
            <a:extLst>
              <a:ext uri="{FF2B5EF4-FFF2-40B4-BE49-F238E27FC236}">
                <a16:creationId xmlns:a16="http://schemas.microsoft.com/office/drawing/2014/main" id="{6432886A-C5EC-014A-A993-36D9EFB1C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16764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0" name="Line 36">
            <a:extLst>
              <a:ext uri="{FF2B5EF4-FFF2-40B4-BE49-F238E27FC236}">
                <a16:creationId xmlns:a16="http://schemas.microsoft.com/office/drawing/2014/main" id="{E426C008-BC01-CA40-8D90-760745C43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725614"/>
            <a:ext cx="1588" cy="484187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1" name="Line 37">
            <a:extLst>
              <a:ext uri="{FF2B5EF4-FFF2-40B4-BE49-F238E27FC236}">
                <a16:creationId xmlns:a16="http://schemas.microsoft.com/office/drawing/2014/main" id="{ECDEA7BF-D0FD-2B41-972D-F47F47F61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" name="Line 38">
            <a:extLst>
              <a:ext uri="{FF2B5EF4-FFF2-40B4-BE49-F238E27FC236}">
                <a16:creationId xmlns:a16="http://schemas.microsoft.com/office/drawing/2014/main" id="{FAB1860A-F475-6A4B-955E-0DB814388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3" name="Line 39">
            <a:extLst>
              <a:ext uri="{FF2B5EF4-FFF2-40B4-BE49-F238E27FC236}">
                <a16:creationId xmlns:a16="http://schemas.microsoft.com/office/drawing/2014/main" id="{11395FD1-22A4-F141-8171-CBC2108B1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3770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4" name="Line 40">
            <a:extLst>
              <a:ext uri="{FF2B5EF4-FFF2-40B4-BE49-F238E27FC236}">
                <a16:creationId xmlns:a16="http://schemas.microsoft.com/office/drawing/2014/main" id="{83230203-536B-4049-AD13-3219C1089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" name="Line 41">
            <a:extLst>
              <a:ext uri="{FF2B5EF4-FFF2-40B4-BE49-F238E27FC236}">
                <a16:creationId xmlns:a16="http://schemas.microsoft.com/office/drawing/2014/main" id="{2FEDC5CE-89AB-7141-ACA3-6104232D5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6300" y="1065214"/>
            <a:ext cx="63500" cy="15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6" name="Line 42">
            <a:extLst>
              <a:ext uri="{FF2B5EF4-FFF2-40B4-BE49-F238E27FC236}">
                <a16:creationId xmlns:a16="http://schemas.microsoft.com/office/drawing/2014/main" id="{C2EF0ED1-7DD4-B849-9F89-44CA9BC30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1065214"/>
            <a:ext cx="63500" cy="15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7" name="Line 43">
            <a:extLst>
              <a:ext uri="{FF2B5EF4-FFF2-40B4-BE49-F238E27FC236}">
                <a16:creationId xmlns:a16="http://schemas.microsoft.com/office/drawing/2014/main" id="{0D76748D-900E-214D-A01C-24775F7EA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16002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8" name="Line 44">
            <a:extLst>
              <a:ext uri="{FF2B5EF4-FFF2-40B4-BE49-F238E27FC236}">
                <a16:creationId xmlns:a16="http://schemas.microsoft.com/office/drawing/2014/main" id="{ACA97635-EBEC-124D-A9BF-16588B983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9" name="Line 45">
            <a:extLst>
              <a:ext uri="{FF2B5EF4-FFF2-40B4-BE49-F238E27FC236}">
                <a16:creationId xmlns:a16="http://schemas.microsoft.com/office/drawing/2014/main" id="{8448D855-9654-3C49-AFA0-8DBDA6E48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1752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0" name="Line 46">
            <a:extLst>
              <a:ext uri="{FF2B5EF4-FFF2-40B4-BE49-F238E27FC236}">
                <a16:creationId xmlns:a16="http://schemas.microsoft.com/office/drawing/2014/main" id="{C7FD4824-C9B0-6949-8883-76528AFB1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1" name="Line 47">
            <a:extLst>
              <a:ext uri="{FF2B5EF4-FFF2-40B4-BE49-F238E27FC236}">
                <a16:creationId xmlns:a16="http://schemas.microsoft.com/office/drawing/2014/main" id="{11407F8C-7DBD-A84A-93FA-D1E6C1AEA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2" name="Line 48">
            <a:extLst>
              <a:ext uri="{FF2B5EF4-FFF2-40B4-BE49-F238E27FC236}">
                <a16:creationId xmlns:a16="http://schemas.microsoft.com/office/drawing/2014/main" id="{85B51FB3-DDE0-8942-AD17-B4A1658E9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3" name="Line 49">
            <a:extLst>
              <a:ext uri="{FF2B5EF4-FFF2-40B4-BE49-F238E27FC236}">
                <a16:creationId xmlns:a16="http://schemas.microsoft.com/office/drawing/2014/main" id="{28308FB8-1BE0-5B4C-95D3-B4F8BFBE7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2209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4" name="Line 50">
            <a:extLst>
              <a:ext uri="{FF2B5EF4-FFF2-40B4-BE49-F238E27FC236}">
                <a16:creationId xmlns:a16="http://schemas.microsoft.com/office/drawing/2014/main" id="{0FBE9480-E8DF-3B4B-B87D-837EA7EC87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751014"/>
            <a:ext cx="63500" cy="15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" name="Line 51">
            <a:extLst>
              <a:ext uri="{FF2B5EF4-FFF2-40B4-BE49-F238E27FC236}">
                <a16:creationId xmlns:a16="http://schemas.microsoft.com/office/drawing/2014/main" id="{301189BD-0264-A84E-A0F2-517AD0F08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9950" y="16764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6" name="Rectangle 52">
            <a:extLst>
              <a:ext uri="{FF2B5EF4-FFF2-40B4-BE49-F238E27FC236}">
                <a16:creationId xmlns:a16="http://schemas.microsoft.com/office/drawing/2014/main" id="{F18E576D-6162-F24F-9D14-3430E95A2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9" y="914400"/>
            <a:ext cx="1812925" cy="11811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7" name="Line 53">
            <a:extLst>
              <a:ext uri="{FF2B5EF4-FFF2-40B4-BE49-F238E27FC236}">
                <a16:creationId xmlns:a16="http://schemas.microsoft.com/office/drawing/2014/main" id="{BCD9D1A7-80C5-F84C-A616-C46D260B3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8" name="Line 54">
            <a:extLst>
              <a:ext uri="{FF2B5EF4-FFF2-40B4-BE49-F238E27FC236}">
                <a16:creationId xmlns:a16="http://schemas.microsoft.com/office/drawing/2014/main" id="{845D94E7-044D-8B46-BB38-FCD2A1D81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9" name="Line 55">
            <a:extLst>
              <a:ext uri="{FF2B5EF4-FFF2-40B4-BE49-F238E27FC236}">
                <a16:creationId xmlns:a16="http://schemas.microsoft.com/office/drawing/2014/main" id="{00B62920-EFF8-5A4B-815A-0D537A68E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0" name="Line 56">
            <a:extLst>
              <a:ext uri="{FF2B5EF4-FFF2-40B4-BE49-F238E27FC236}">
                <a16:creationId xmlns:a16="http://schemas.microsoft.com/office/drawing/2014/main" id="{0140FB65-2036-2A42-A2FC-3FBBE9F70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066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1" name="Line 57">
            <a:extLst>
              <a:ext uri="{FF2B5EF4-FFF2-40B4-BE49-F238E27FC236}">
                <a16:creationId xmlns:a16="http://schemas.microsoft.com/office/drawing/2014/main" id="{E5831CBA-8206-F048-9203-A9029BABC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828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2" name="Line 58">
            <a:extLst>
              <a:ext uri="{FF2B5EF4-FFF2-40B4-BE49-F238E27FC236}">
                <a16:creationId xmlns:a16="http://schemas.microsoft.com/office/drawing/2014/main" id="{80A8BF40-2819-8B46-BFA0-9C8B68C38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828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3" name="Line 59">
            <a:extLst>
              <a:ext uri="{FF2B5EF4-FFF2-40B4-BE49-F238E27FC236}">
                <a16:creationId xmlns:a16="http://schemas.microsoft.com/office/drawing/2014/main" id="{EF1233A9-D59E-AC41-AE21-C2B9F2743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1828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4" name="Line 60">
            <a:extLst>
              <a:ext uri="{FF2B5EF4-FFF2-40B4-BE49-F238E27FC236}">
                <a16:creationId xmlns:a16="http://schemas.microsoft.com/office/drawing/2014/main" id="{7EC2EDF8-1C19-C74B-A0C9-22AC536D3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828800"/>
            <a:ext cx="1588" cy="48418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" name="Line 61">
            <a:extLst>
              <a:ext uri="{FF2B5EF4-FFF2-40B4-BE49-F238E27FC236}">
                <a16:creationId xmlns:a16="http://schemas.microsoft.com/office/drawing/2014/main" id="{4A823EB5-A188-D742-B8D4-B74B758B1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6" name="Line 62">
            <a:extLst>
              <a:ext uri="{FF2B5EF4-FFF2-40B4-BE49-F238E27FC236}">
                <a16:creationId xmlns:a16="http://schemas.microsoft.com/office/drawing/2014/main" id="{13EE855C-7F2B-2F44-942B-E8D2D9407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" name="Line 63">
            <a:extLst>
              <a:ext uri="{FF2B5EF4-FFF2-40B4-BE49-F238E27FC236}">
                <a16:creationId xmlns:a16="http://schemas.microsoft.com/office/drawing/2014/main" id="{A4D2EA27-86CA-CA4A-AB9E-62D5115C0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950" y="1524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8" name="Line 64">
            <a:extLst>
              <a:ext uri="{FF2B5EF4-FFF2-40B4-BE49-F238E27FC236}">
                <a16:creationId xmlns:a16="http://schemas.microsoft.com/office/drawing/2014/main" id="{4EA7D7B3-9A52-6745-A88C-892E0452A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9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9" name="Line 65">
            <a:extLst>
              <a:ext uri="{FF2B5EF4-FFF2-40B4-BE49-F238E27FC236}">
                <a16:creationId xmlns:a16="http://schemas.microsoft.com/office/drawing/2014/main" id="{9C9BBC66-0842-AF47-A330-616B02DB3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0" name="Line 66">
            <a:extLst>
              <a:ext uri="{FF2B5EF4-FFF2-40B4-BE49-F238E27FC236}">
                <a16:creationId xmlns:a16="http://schemas.microsoft.com/office/drawing/2014/main" id="{08F17430-570E-FD45-B2A7-94F951EC5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150" y="9906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1" name="Line 67">
            <a:extLst>
              <a:ext uri="{FF2B5EF4-FFF2-40B4-BE49-F238E27FC236}">
                <a16:creationId xmlns:a16="http://schemas.microsoft.com/office/drawing/2014/main" id="{E19D53ED-05ED-9142-A22B-6E53A030F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0" y="1447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2" name="Line 68">
            <a:extLst>
              <a:ext uri="{FF2B5EF4-FFF2-40B4-BE49-F238E27FC236}">
                <a16:creationId xmlns:a16="http://schemas.microsoft.com/office/drawing/2014/main" id="{E5557831-450E-A341-B6ED-7DB82CE90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1447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3" name="Line 69">
            <a:extLst>
              <a:ext uri="{FF2B5EF4-FFF2-40B4-BE49-F238E27FC236}">
                <a16:creationId xmlns:a16="http://schemas.microsoft.com/office/drawing/2014/main" id="{1B698758-816A-E34A-8071-42A2AFF8B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1828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4" name="Line 70">
            <a:extLst>
              <a:ext uri="{FF2B5EF4-FFF2-40B4-BE49-F238E27FC236}">
                <a16:creationId xmlns:a16="http://schemas.microsoft.com/office/drawing/2014/main" id="{6232EA1C-75C3-0746-A4C0-8C45863AB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0" y="1828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" name="Line 71">
            <a:extLst>
              <a:ext uri="{FF2B5EF4-FFF2-40B4-BE49-F238E27FC236}">
                <a16:creationId xmlns:a16="http://schemas.microsoft.com/office/drawing/2014/main" id="{810076B2-3E6E-204F-9AF9-3F61AE9AA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" name="Line 72">
            <a:extLst>
              <a:ext uri="{FF2B5EF4-FFF2-40B4-BE49-F238E27FC236}">
                <a16:creationId xmlns:a16="http://schemas.microsoft.com/office/drawing/2014/main" id="{2BD40F12-39F9-C646-813C-5DE5FE1D8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7" name="Line 73">
            <a:extLst>
              <a:ext uri="{FF2B5EF4-FFF2-40B4-BE49-F238E27FC236}">
                <a16:creationId xmlns:a16="http://schemas.microsoft.com/office/drawing/2014/main" id="{754ECF6C-17B7-294E-858A-16392E741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95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8" name="Line 74">
            <a:extLst>
              <a:ext uri="{FF2B5EF4-FFF2-40B4-BE49-F238E27FC236}">
                <a16:creationId xmlns:a16="http://schemas.microsoft.com/office/drawing/2014/main" id="{79E5323E-A8AF-D44C-AB95-AD18B0646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0" y="22860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9" name="Line 75">
            <a:extLst>
              <a:ext uri="{FF2B5EF4-FFF2-40B4-BE49-F238E27FC236}">
                <a16:creationId xmlns:a16="http://schemas.microsoft.com/office/drawing/2014/main" id="{BFC737AD-0065-AC4F-B570-823841E52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0" y="1828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0" name="Line 76">
            <a:extLst>
              <a:ext uri="{FF2B5EF4-FFF2-40B4-BE49-F238E27FC236}">
                <a16:creationId xmlns:a16="http://schemas.microsoft.com/office/drawing/2014/main" id="{AFF251BA-24AF-2642-8419-7A591F797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950" y="1828800"/>
            <a:ext cx="63500" cy="1588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1" name="Line 77">
            <a:extLst>
              <a:ext uri="{FF2B5EF4-FFF2-40B4-BE49-F238E27FC236}">
                <a16:creationId xmlns:a16="http://schemas.microsoft.com/office/drawing/2014/main" id="{5C1E27A8-C3D8-204C-9098-9555369A7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914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2" name="Line 78">
            <a:extLst>
              <a:ext uri="{FF2B5EF4-FFF2-40B4-BE49-F238E27FC236}">
                <a16:creationId xmlns:a16="http://schemas.microsoft.com/office/drawing/2014/main" id="{2193A020-5857-DD4A-A825-FE38075E3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950" y="2362200"/>
            <a:ext cx="63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3" name="Line 79">
            <a:extLst>
              <a:ext uri="{FF2B5EF4-FFF2-40B4-BE49-F238E27FC236}">
                <a16:creationId xmlns:a16="http://schemas.microsoft.com/office/drawing/2014/main" id="{CAD6D960-6F7D-F841-9C4D-BDA7B25B3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950" y="914400"/>
            <a:ext cx="63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" name="Line 80">
            <a:extLst>
              <a:ext uri="{FF2B5EF4-FFF2-40B4-BE49-F238E27FC236}">
                <a16:creationId xmlns:a16="http://schemas.microsoft.com/office/drawing/2014/main" id="{2243D6E3-CEF2-034B-B8B9-2E9559E1D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914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5" name="Line 81">
            <a:extLst>
              <a:ext uri="{FF2B5EF4-FFF2-40B4-BE49-F238E27FC236}">
                <a16:creationId xmlns:a16="http://schemas.microsoft.com/office/drawing/2014/main" id="{DCF65139-EC57-2F42-9DFF-C73BE3013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2362200"/>
            <a:ext cx="63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" name="Line 82">
            <a:extLst>
              <a:ext uri="{FF2B5EF4-FFF2-40B4-BE49-F238E27FC236}">
                <a16:creationId xmlns:a16="http://schemas.microsoft.com/office/drawing/2014/main" id="{D40A9223-E1EE-5F4D-9BE0-03477F96F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914400"/>
            <a:ext cx="63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7" name="Rectangle 83">
            <a:extLst>
              <a:ext uri="{FF2B5EF4-FFF2-40B4-BE49-F238E27FC236}">
                <a16:creationId xmlns:a16="http://schemas.microsoft.com/office/drawing/2014/main" id="{1A12DCF8-ED3E-174D-BE34-67396FD11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1066801"/>
            <a:ext cx="323850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</a:t>
            </a:r>
            <a:r>
              <a:rPr lang="en-US" altLang="en-US" baseline="-25000"/>
              <a:t>11</a:t>
            </a:r>
          </a:p>
        </p:txBody>
      </p:sp>
      <p:sp>
        <p:nvSpPr>
          <p:cNvPr id="1108" name="Rectangle 84">
            <a:extLst>
              <a:ext uri="{FF2B5EF4-FFF2-40B4-BE49-F238E27FC236}">
                <a16:creationId xmlns:a16="http://schemas.microsoft.com/office/drawing/2014/main" id="{6E88E1D4-7A96-3542-B91D-EF405264A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1066801"/>
            <a:ext cx="323850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</a:t>
            </a:r>
            <a:r>
              <a:rPr lang="en-US" altLang="en-US" baseline="-25000"/>
              <a:t>12</a:t>
            </a:r>
          </a:p>
        </p:txBody>
      </p:sp>
      <p:sp>
        <p:nvSpPr>
          <p:cNvPr id="1109" name="Rectangle 85">
            <a:extLst>
              <a:ext uri="{FF2B5EF4-FFF2-40B4-BE49-F238E27FC236}">
                <a16:creationId xmlns:a16="http://schemas.microsoft.com/office/drawing/2014/main" id="{60428C70-D680-C840-9202-F8925BB77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1905001"/>
            <a:ext cx="323850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</a:t>
            </a:r>
            <a:r>
              <a:rPr lang="en-US" altLang="en-US" baseline="-25000"/>
              <a:t>22</a:t>
            </a:r>
          </a:p>
        </p:txBody>
      </p:sp>
      <p:sp>
        <p:nvSpPr>
          <p:cNvPr id="1110" name="Rectangle 86">
            <a:extLst>
              <a:ext uri="{FF2B5EF4-FFF2-40B4-BE49-F238E27FC236}">
                <a16:creationId xmlns:a16="http://schemas.microsoft.com/office/drawing/2014/main" id="{1BF961AD-C4E3-CF4C-9269-DE1B79308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1905001"/>
            <a:ext cx="323850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</a:t>
            </a:r>
            <a:r>
              <a:rPr lang="en-US" altLang="en-US" baseline="-25000"/>
              <a:t>21</a:t>
            </a:r>
          </a:p>
        </p:txBody>
      </p:sp>
      <p:sp>
        <p:nvSpPr>
          <p:cNvPr id="1111" name="Rectangle 87">
            <a:extLst>
              <a:ext uri="{FF2B5EF4-FFF2-40B4-BE49-F238E27FC236}">
                <a16:creationId xmlns:a16="http://schemas.microsoft.com/office/drawing/2014/main" id="{D0D27571-A5D6-E541-AD3E-AE13E5028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219200"/>
            <a:ext cx="3048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12" name="Rectangle 88">
            <a:extLst>
              <a:ext uri="{FF2B5EF4-FFF2-40B4-BE49-F238E27FC236}">
                <a16:creationId xmlns:a16="http://schemas.microsoft.com/office/drawing/2014/main" id="{DFA0CD4E-B01D-B641-82F2-BE0845674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762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A</a:t>
            </a:r>
            <a:r>
              <a:rPr lang="en-US" altLang="en-US" sz="1200" baseline="-25000"/>
              <a:t>11</a:t>
            </a:r>
          </a:p>
        </p:txBody>
      </p:sp>
      <p:sp>
        <p:nvSpPr>
          <p:cNvPr id="1113" name="Rectangle 89">
            <a:extLst>
              <a:ext uri="{FF2B5EF4-FFF2-40B4-BE49-F238E27FC236}">
                <a16:creationId xmlns:a16="http://schemas.microsoft.com/office/drawing/2014/main" id="{0929C81F-5142-8047-8356-B8D0251A6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762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A</a:t>
            </a:r>
            <a:r>
              <a:rPr lang="en-US" altLang="en-US" sz="1200" baseline="-25000"/>
              <a:t>12</a:t>
            </a:r>
          </a:p>
        </p:txBody>
      </p:sp>
      <p:sp>
        <p:nvSpPr>
          <p:cNvPr id="1114" name="Rectangle 90">
            <a:extLst>
              <a:ext uri="{FF2B5EF4-FFF2-40B4-BE49-F238E27FC236}">
                <a16:creationId xmlns:a16="http://schemas.microsoft.com/office/drawing/2014/main" id="{745A6CC1-CA42-5140-9847-17BD2A730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286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A</a:t>
            </a:r>
            <a:r>
              <a:rPr lang="en-US" altLang="en-US" sz="1200" baseline="-25000"/>
              <a:t>21</a:t>
            </a:r>
          </a:p>
        </p:txBody>
      </p:sp>
      <p:sp>
        <p:nvSpPr>
          <p:cNvPr id="1115" name="Rectangle 91">
            <a:extLst>
              <a:ext uri="{FF2B5EF4-FFF2-40B4-BE49-F238E27FC236}">
                <a16:creationId xmlns:a16="http://schemas.microsoft.com/office/drawing/2014/main" id="{4E967067-94D1-5D41-8823-0EACD95C5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286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A</a:t>
            </a:r>
            <a:r>
              <a:rPr lang="en-US" altLang="en-US" sz="1200" baseline="-25000"/>
              <a:t>22</a:t>
            </a:r>
          </a:p>
        </p:txBody>
      </p:sp>
      <p:sp>
        <p:nvSpPr>
          <p:cNvPr id="1116" name="Rectangle 92">
            <a:extLst>
              <a:ext uri="{FF2B5EF4-FFF2-40B4-BE49-F238E27FC236}">
                <a16:creationId xmlns:a16="http://schemas.microsoft.com/office/drawing/2014/main" id="{1C6F72F4-F137-3F49-97DC-9E1553B53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286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B</a:t>
            </a:r>
            <a:r>
              <a:rPr lang="en-US" altLang="en-US" sz="1200" baseline="-25000"/>
              <a:t>21</a:t>
            </a:r>
          </a:p>
        </p:txBody>
      </p:sp>
      <p:sp>
        <p:nvSpPr>
          <p:cNvPr id="1117" name="Rectangle 93">
            <a:extLst>
              <a:ext uri="{FF2B5EF4-FFF2-40B4-BE49-F238E27FC236}">
                <a16:creationId xmlns:a16="http://schemas.microsoft.com/office/drawing/2014/main" id="{71972CA1-9179-C541-9C3B-51A4CA566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2286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B</a:t>
            </a:r>
            <a:r>
              <a:rPr lang="en-US" altLang="en-US" sz="1200" baseline="-25000"/>
              <a:t>22</a:t>
            </a:r>
          </a:p>
        </p:txBody>
      </p:sp>
      <p:sp>
        <p:nvSpPr>
          <p:cNvPr id="1118" name="Rectangle 94">
            <a:extLst>
              <a:ext uri="{FF2B5EF4-FFF2-40B4-BE49-F238E27FC236}">
                <a16:creationId xmlns:a16="http://schemas.microsoft.com/office/drawing/2014/main" id="{C62EBF17-C95C-7547-AC5E-FECEB101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762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B</a:t>
            </a:r>
            <a:r>
              <a:rPr lang="en-US" altLang="en-US" sz="1200" baseline="-25000"/>
              <a:t>11</a:t>
            </a:r>
          </a:p>
        </p:txBody>
      </p:sp>
      <p:sp>
        <p:nvSpPr>
          <p:cNvPr id="1119" name="Rectangle 95">
            <a:extLst>
              <a:ext uri="{FF2B5EF4-FFF2-40B4-BE49-F238E27FC236}">
                <a16:creationId xmlns:a16="http://schemas.microsoft.com/office/drawing/2014/main" id="{31A778BD-50C9-364D-9772-B9203EE74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7620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/>
              <a:t>B</a:t>
            </a:r>
            <a:r>
              <a:rPr lang="en-US" altLang="en-US" sz="1200" baseline="-2500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917524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B78699C-E2A0-EF4E-ADB1-ED91A15E6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597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kern="0"/>
              <a:t>T(n)= </a:t>
            </a:r>
            <a:r>
              <a:rPr lang="en-US" sz="2000" kern="0"/>
              <a:t>8T(n/2)+ 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4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/>
              <a:t>       =</a:t>
            </a:r>
            <a:r>
              <a:rPr lang="en-US" sz="2000" kern="0"/>
              <a:t>8    8T(n/4)+ c</a:t>
            </a:r>
            <a:r>
              <a:rPr lang="en-US" sz="2000" kern="0" baseline="-25000"/>
              <a:t>2</a:t>
            </a:r>
            <a:r>
              <a:rPr lang="en-US" sz="2000" kern="0"/>
              <a:t>(n/2)</a:t>
            </a:r>
            <a:r>
              <a:rPr lang="en-US" sz="2000" kern="0" baseline="30000"/>
              <a:t>2   + 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 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       = 8</a:t>
            </a:r>
            <a:r>
              <a:rPr lang="en-US" sz="2000" kern="0" baseline="30000"/>
              <a:t>2</a:t>
            </a:r>
            <a:r>
              <a:rPr lang="en-US" sz="2000" kern="0"/>
              <a:t> T(n/4)+ c</a:t>
            </a:r>
            <a:r>
              <a:rPr lang="en-US" sz="2000" kern="0" baseline="-25000"/>
              <a:t>2</a:t>
            </a:r>
            <a:r>
              <a:rPr lang="en-US" sz="2000" kern="0"/>
              <a:t>2n</a:t>
            </a:r>
            <a:r>
              <a:rPr lang="en-US" sz="2000" kern="0" baseline="30000"/>
              <a:t>2   + 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   =8</a:t>
            </a:r>
            <a:r>
              <a:rPr lang="en-US" sz="2000" kern="0" baseline="30000"/>
              <a:t>2</a:t>
            </a:r>
            <a:r>
              <a:rPr lang="en-US" sz="2000" kern="0"/>
              <a:t>   8T(n/8)+ c</a:t>
            </a:r>
            <a:r>
              <a:rPr lang="en-US" sz="2000" kern="0" baseline="-25000"/>
              <a:t>2</a:t>
            </a:r>
            <a:r>
              <a:rPr lang="en-US" sz="2000" kern="0"/>
              <a:t>(n/4)</a:t>
            </a:r>
            <a:r>
              <a:rPr lang="en-US" sz="2000" kern="0" baseline="30000"/>
              <a:t>2  </a:t>
            </a:r>
            <a:r>
              <a:rPr lang="en-US" sz="2000" kern="0"/>
              <a:t>+</a:t>
            </a:r>
            <a:r>
              <a:rPr lang="en-US" sz="2000" kern="0" baseline="30000"/>
              <a:t>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2n</a:t>
            </a:r>
            <a:r>
              <a:rPr lang="en-US" sz="2000" kern="0" baseline="30000"/>
              <a:t>2</a:t>
            </a:r>
            <a:r>
              <a:rPr lang="en-US" sz="2000" kern="0"/>
              <a:t> +</a:t>
            </a:r>
            <a:r>
              <a:rPr lang="en-US" sz="2000" kern="0" baseline="30000"/>
              <a:t> 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   =8</a:t>
            </a:r>
            <a:r>
              <a:rPr lang="en-US" sz="2000" kern="0" baseline="30000"/>
              <a:t>3 </a:t>
            </a:r>
            <a:r>
              <a:rPr lang="en-US" sz="2000" kern="0"/>
              <a:t>T(n/8)+ c</a:t>
            </a:r>
            <a:r>
              <a:rPr lang="en-US" sz="2000" kern="0" baseline="-25000"/>
              <a:t>2</a:t>
            </a:r>
            <a:r>
              <a:rPr lang="en-US" sz="2000" kern="0"/>
              <a:t>4n</a:t>
            </a:r>
            <a:r>
              <a:rPr lang="en-US" sz="2000" kern="0" baseline="30000"/>
              <a:t>2 </a:t>
            </a:r>
            <a:r>
              <a:rPr lang="en-US" sz="2000" kern="0"/>
              <a:t>+</a:t>
            </a:r>
            <a:r>
              <a:rPr lang="en-US" sz="2000" kern="0" baseline="30000"/>
              <a:t>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2n</a:t>
            </a:r>
            <a:r>
              <a:rPr lang="en-US" sz="2000" kern="0" baseline="30000"/>
              <a:t>2 </a:t>
            </a:r>
            <a:r>
              <a:rPr lang="en-US" sz="2000" kern="0"/>
              <a:t>+</a:t>
            </a:r>
            <a:r>
              <a:rPr lang="en-US" sz="2000" kern="0" baseline="30000"/>
              <a:t> 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			: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/>
              <a:t>	   =8</a:t>
            </a:r>
            <a:r>
              <a:rPr lang="en-US" sz="2000" kern="0" baseline="30000"/>
              <a:t>k</a:t>
            </a:r>
            <a:r>
              <a:rPr lang="en-US" sz="2000" kern="0"/>
              <a:t>T(1)+    ………………+   c</a:t>
            </a:r>
            <a:r>
              <a:rPr lang="en-US" sz="2000" kern="0" baseline="-25000"/>
              <a:t>2</a:t>
            </a:r>
            <a:r>
              <a:rPr lang="en-US" sz="2000" kern="0"/>
              <a:t>4n</a:t>
            </a:r>
            <a:r>
              <a:rPr lang="en-US" sz="2000" kern="0" baseline="30000"/>
              <a:t>2 </a:t>
            </a:r>
            <a:r>
              <a:rPr lang="en-US" sz="2000" kern="0"/>
              <a:t>+</a:t>
            </a:r>
            <a:r>
              <a:rPr lang="en-US" sz="2000" kern="0" baseline="30000"/>
              <a:t>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2n</a:t>
            </a:r>
            <a:r>
              <a:rPr lang="en-US" sz="2000" kern="0" baseline="30000"/>
              <a:t>2 </a:t>
            </a:r>
            <a:r>
              <a:rPr lang="en-US" sz="2000" kern="0"/>
              <a:t>+</a:t>
            </a:r>
            <a:r>
              <a:rPr lang="en-US" sz="2000" kern="0" baseline="30000"/>
              <a:t>  </a:t>
            </a:r>
            <a:r>
              <a:rPr lang="en-US" sz="2000" kern="0"/>
              <a:t>c</a:t>
            </a:r>
            <a:r>
              <a:rPr lang="en-US" sz="2000" kern="0" baseline="-25000"/>
              <a:t>2</a:t>
            </a:r>
            <a:r>
              <a:rPr lang="en-US" sz="2000" kern="0"/>
              <a:t>n</a:t>
            </a:r>
            <a:r>
              <a:rPr lang="en-US" sz="2000" kern="0" baseline="30000"/>
              <a:t>2</a:t>
            </a:r>
            <a:r>
              <a:rPr lang="en-US" sz="2000" kern="0"/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/>
              <a:t> 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/>
              <a:t>          = </a:t>
            </a:r>
            <a:r>
              <a:rPr lang="en-US" kern="0"/>
              <a:t>8</a:t>
            </a:r>
            <a:r>
              <a:rPr lang="en-US" sz="2000" kern="0" baseline="30000"/>
              <a:t>log</a:t>
            </a:r>
            <a:r>
              <a:rPr lang="en-US" sz="2000" kern="0" baseline="-25000"/>
              <a:t>2</a:t>
            </a:r>
            <a:r>
              <a:rPr lang="en-US" sz="2000" kern="0" baseline="30000"/>
              <a:t>n </a:t>
            </a:r>
            <a:r>
              <a:rPr lang="en-US" sz="2000" kern="0"/>
              <a:t>c</a:t>
            </a:r>
            <a:r>
              <a:rPr lang="en-US" sz="2000" kern="0" baseline="-25000"/>
              <a:t>1 </a:t>
            </a:r>
            <a:r>
              <a:rPr lang="en-US" sz="2000" kern="0"/>
              <a:t>+ </a:t>
            </a:r>
            <a:r>
              <a:rPr lang="en-US" sz="2000" kern="0" baseline="30000"/>
              <a:t> </a:t>
            </a:r>
            <a:r>
              <a:rPr lang="en-US" sz="2000" kern="0">
                <a:solidFill>
                  <a:srgbClr val="FF0066"/>
                </a:solidFill>
              </a:rPr>
              <a:t>c</a:t>
            </a:r>
            <a:r>
              <a:rPr lang="en-US" sz="2000" kern="0"/>
              <a:t> n</a:t>
            </a:r>
            <a:r>
              <a:rPr lang="en-US" sz="2000" kern="0" baseline="30000"/>
              <a:t>2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/>
              <a:t>   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/>
              <a:t>	</a:t>
            </a:r>
            <a:r>
              <a:rPr lang="en-US" sz="2000" kern="0"/>
              <a:t>  =n</a:t>
            </a:r>
            <a:r>
              <a:rPr lang="en-US" sz="2000" kern="0" baseline="30000"/>
              <a:t>log</a:t>
            </a:r>
            <a:r>
              <a:rPr lang="en-US" sz="1400" kern="0"/>
              <a:t>2 c</a:t>
            </a:r>
            <a:r>
              <a:rPr lang="en-US" sz="1400" kern="0" baseline="-25000"/>
              <a:t>1</a:t>
            </a:r>
            <a:r>
              <a:rPr lang="en-US" sz="1400" kern="0"/>
              <a:t> + </a:t>
            </a:r>
            <a:r>
              <a:rPr lang="en-US" sz="2000" kern="0"/>
              <a:t>c n</a:t>
            </a:r>
            <a:r>
              <a:rPr lang="en-US" sz="2000" kern="0" baseline="30000"/>
              <a:t>2 </a:t>
            </a:r>
            <a:r>
              <a:rPr lang="en-US" sz="2400" kern="0"/>
              <a:t>=</a:t>
            </a:r>
            <a:r>
              <a:rPr lang="en-US" sz="2000" kern="0" baseline="30000"/>
              <a:t> </a:t>
            </a:r>
            <a:r>
              <a:rPr lang="en-US" sz="2000" kern="0"/>
              <a:t>n</a:t>
            </a:r>
            <a:r>
              <a:rPr lang="en-US" sz="2000" kern="0" baseline="30000"/>
              <a:t>3</a:t>
            </a:r>
            <a:r>
              <a:rPr lang="en-US" sz="2000" kern="0"/>
              <a:t> c</a:t>
            </a:r>
            <a:r>
              <a:rPr lang="en-US" sz="2000" kern="0" baseline="-25000"/>
              <a:t>1</a:t>
            </a:r>
            <a:r>
              <a:rPr lang="en-US" sz="2000" kern="0"/>
              <a:t>+ cn</a:t>
            </a:r>
            <a:r>
              <a:rPr lang="en-US" sz="2000" kern="0" baseline="30000"/>
              <a:t>2  = </a:t>
            </a:r>
            <a:r>
              <a:rPr lang="en-US" sz="2000" kern="0"/>
              <a:t>O(n</a:t>
            </a:r>
            <a:r>
              <a:rPr lang="en-US" sz="2000" kern="0" baseline="30000"/>
              <a:t>3 </a:t>
            </a:r>
            <a:r>
              <a:rPr lang="en-US" sz="2000" kern="0"/>
              <a:t>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/>
              <a:t>	</a:t>
            </a:r>
          </a:p>
        </p:txBody>
      </p:sp>
      <p:sp>
        <p:nvSpPr>
          <p:cNvPr id="11267" name="Line 3">
            <a:extLst>
              <a:ext uri="{FF2B5EF4-FFF2-40B4-BE49-F238E27FC236}">
                <a16:creationId xmlns:a16="http://schemas.microsoft.com/office/drawing/2014/main" id="{CBC38616-56D5-F645-A82B-292972445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09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77EA709E-2A11-EA43-BB08-722F8ABBF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609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68A884D2-25A0-3640-9975-CA7779EAD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371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4BC26291-7AE2-8E4C-BE05-20C3A3AAC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09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77F0FAD7-ECFD-3F4F-99B7-334E9BB3B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609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8">
            <a:extLst>
              <a:ext uri="{FF2B5EF4-FFF2-40B4-BE49-F238E27FC236}">
                <a16:creationId xmlns:a16="http://schemas.microsoft.com/office/drawing/2014/main" id="{D7A2B52C-6104-A548-A486-1530B2D69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371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9">
            <a:extLst>
              <a:ext uri="{FF2B5EF4-FFF2-40B4-BE49-F238E27FC236}">
                <a16:creationId xmlns:a16="http://schemas.microsoft.com/office/drawing/2014/main" id="{07AB6145-C9E4-3947-BDB4-BD0620B35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05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10">
            <a:extLst>
              <a:ext uri="{FF2B5EF4-FFF2-40B4-BE49-F238E27FC236}">
                <a16:creationId xmlns:a16="http://schemas.microsoft.com/office/drawing/2014/main" id="{E1DB94E6-A618-5746-824C-855D96F42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133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D1919197-0492-454C-ABA7-A11C64BC9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8194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2">
            <a:extLst>
              <a:ext uri="{FF2B5EF4-FFF2-40B4-BE49-F238E27FC236}">
                <a16:creationId xmlns:a16="http://schemas.microsoft.com/office/drawing/2014/main" id="{71C355FA-96C2-E843-8F75-A68629582F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0574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E85898AD-86C0-7B40-AA5A-1A81C16C7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133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4">
            <a:extLst>
              <a:ext uri="{FF2B5EF4-FFF2-40B4-BE49-F238E27FC236}">
                <a16:creationId xmlns:a16="http://schemas.microsoft.com/office/drawing/2014/main" id="{79E8D5D0-17A8-ED49-84ED-B18441246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8956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1814ECB7-511C-D544-AF2C-27A44E555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482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.</a:t>
            </a:r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775E2EA8-F0D9-0A41-8A34-38DEF41DD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876800"/>
            <a:ext cx="3048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11281" name="Line 17">
            <a:extLst>
              <a:ext uri="{FF2B5EF4-FFF2-40B4-BE49-F238E27FC236}">
                <a16:creationId xmlns:a16="http://schemas.microsoft.com/office/drawing/2014/main" id="{14EE8C7C-460D-AD4C-9DCE-62D7D44F9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114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2" name="Line 18">
            <a:extLst>
              <a:ext uri="{FF2B5EF4-FFF2-40B4-BE49-F238E27FC236}">
                <a16:creationId xmlns:a16="http://schemas.microsoft.com/office/drawing/2014/main" id="{7A25BFD3-0B78-5C4C-A708-C0DBFC92F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114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Line 19">
            <a:extLst>
              <a:ext uri="{FF2B5EF4-FFF2-40B4-BE49-F238E27FC236}">
                <a16:creationId xmlns:a16="http://schemas.microsoft.com/office/drawing/2014/main" id="{FFBD520A-DCA1-6B43-8653-1B260CCB1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1148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20">
            <a:extLst>
              <a:ext uri="{FF2B5EF4-FFF2-40B4-BE49-F238E27FC236}">
                <a16:creationId xmlns:a16="http://schemas.microsoft.com/office/drawing/2014/main" id="{CB71BFB2-4383-1446-91F2-1C7F5AA4CE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1148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Line 21">
            <a:extLst>
              <a:ext uri="{FF2B5EF4-FFF2-40B4-BE49-F238E27FC236}">
                <a16:creationId xmlns:a16="http://schemas.microsoft.com/office/drawing/2014/main" id="{AB56B82F-82C2-A74F-85AB-32F48A9EB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0386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Line 22">
            <a:extLst>
              <a:ext uri="{FF2B5EF4-FFF2-40B4-BE49-F238E27FC236}">
                <a16:creationId xmlns:a16="http://schemas.microsoft.com/office/drawing/2014/main" id="{DC0BBE81-B7E4-1942-8FFF-FC9D7876B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0386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445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883CDC5-F568-534D-A23F-3BBE4F397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668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defRPr/>
            </a:pPr>
            <a:r>
              <a:rPr lang="en-US" sz="2400" ker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Strassen’s method</a:t>
            </a:r>
          </a:p>
          <a:p>
            <a:pPr marL="342900" indent="-342900">
              <a:defRPr/>
            </a:pPr>
            <a:endParaRPr lang="en-US" sz="2400" ker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defRPr/>
            </a:pPr>
            <a:endParaRPr lang="en-US" sz="2400" ker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Char char="•"/>
              <a:defRPr/>
            </a:pP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Matrix multiplications are more expensive than matrix additions or subtractions( O(n</a:t>
            </a:r>
            <a:r>
              <a:rPr lang="en-US" sz="2400" kern="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) versus O(n</a:t>
            </a:r>
            <a:r>
              <a:rPr lang="en-US" sz="2400" kern="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)).</a:t>
            </a:r>
          </a:p>
          <a:p>
            <a:pPr marL="342900" indent="-342900">
              <a:defRPr/>
            </a:pPr>
            <a:endParaRPr lang="en-US" sz="2400" ker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Char char="•"/>
              <a:defRPr/>
            </a:pP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Strassen has discovered a way to compute the multiplication using only </a:t>
            </a:r>
            <a:r>
              <a:rPr lang="en-US" sz="2400" ker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 multiplications and </a:t>
            </a:r>
            <a:r>
              <a:rPr lang="en-US" sz="2400" ker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 additions or subtractions.</a:t>
            </a:r>
          </a:p>
          <a:p>
            <a:pPr marL="342900" indent="-342900">
              <a:buFontTx/>
              <a:buChar char="•"/>
              <a:defRPr/>
            </a:pP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His method involves computing 7 n×n matrices 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, and M</a:t>
            </a:r>
            <a:r>
              <a:rPr lang="en-US" sz="2400" kern="0" baseline="-25000">
                <a:latin typeface="Times New Roman" pitchFamily="18" charset="0"/>
                <a:cs typeface="Times New Roman" pitchFamily="18" charset="0"/>
              </a:rPr>
              <a:t>7, 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then cij’</a:t>
            </a:r>
            <a:r>
              <a:rPr lang="en-US" sz="2400" kern="0" baseline="3000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kern="0">
                <a:latin typeface="Times New Roman" pitchFamily="18" charset="0"/>
                <a:cs typeface="Times New Roman" pitchFamily="18" charset="0"/>
              </a:rPr>
              <a:t> are calculated using these matrices.</a:t>
            </a:r>
            <a:endParaRPr lang="en-US" sz="2400" kern="0" baseline="-2500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Char char="•"/>
              <a:defRPr/>
            </a:pPr>
            <a:endParaRPr lang="en-US" sz="2400" ker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400" ker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9712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7AC0898-D8B0-6446-B78F-804FB537E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382000" cy="685800"/>
          </a:xfrm>
        </p:spPr>
        <p:txBody>
          <a:bodyPr/>
          <a:lstStyle/>
          <a:p>
            <a:pPr algn="l" eaLnBrk="1" hangingPunct="1"/>
            <a:r>
              <a:rPr lang="en-US" altLang="zh-CN" sz="2400" b="1">
                <a:solidFill>
                  <a:srgbClr val="0070C0"/>
                </a:solidFill>
                <a:ea typeface="SimSun" panose="02010600030101010101" pitchFamily="2" charset="-122"/>
              </a:rPr>
              <a:t>Formulas for Strassen’s Algorithm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11FA6CF-E08D-D64E-9CEA-C69B11327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371600"/>
            <a:ext cx="7058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(A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(A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3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–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–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5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(A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endParaRPr lang="en-US" altLang="zh-CN" sz="2000" b="1" ker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6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(A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–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12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7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(A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– A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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(B</a:t>
            </a:r>
            <a:r>
              <a:rPr lang="en-US" altLang="zh-CN" sz="2000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21</a:t>
            </a:r>
            <a:r>
              <a:rPr lang="en-US" altLang="zh-CN" sz="2000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000" b="1" kern="0" baseline="-25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  <a:r>
              <a:rPr lang="en-US" altLang="zh-CN" sz="2000" b="1" ker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01D5CDD-1D9E-2944-B580-5F940CC07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86200"/>
            <a:ext cx="3455988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=M1   + M4  -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</a:p>
          <a:p>
            <a:r>
              <a:rPr lang="en-US" altLang="en-US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en-US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en-US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+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-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 M</a:t>
            </a:r>
            <a:r>
              <a:rPr lang="en-US" altLang="zh-CN" sz="2000" b="1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6</a:t>
            </a:r>
          </a:p>
          <a:p>
            <a:r>
              <a:rPr lang="en-US" altLang="en-US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519882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DE431AA-84E5-C549-8C3F-1EA3E33A7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8610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kern="0">
                <a:ea typeface="SimSun" pitchFamily="2" charset="-122"/>
              </a:rPr>
              <a:t>C</a:t>
            </a:r>
            <a:r>
              <a:rPr lang="en-US" altLang="zh-CN" kern="0" baseline="-25000">
                <a:ea typeface="SimSun" pitchFamily="2" charset="-122"/>
              </a:rPr>
              <a:t>11    </a:t>
            </a:r>
            <a:r>
              <a:rPr lang="en-US" altLang="zh-CN" kern="0">
                <a:ea typeface="SimSun" pitchFamily="2" charset="-122"/>
              </a:rPr>
              <a:t>C</a:t>
            </a:r>
            <a:r>
              <a:rPr lang="en-US" altLang="zh-CN" kern="0" baseline="-25000">
                <a:ea typeface="SimSun" pitchFamily="2" charset="-122"/>
              </a:rPr>
              <a:t>12</a:t>
            </a:r>
            <a:r>
              <a:rPr lang="en-US" altLang="zh-CN" kern="0">
                <a:ea typeface="SimSun" pitchFamily="2" charset="-122"/>
              </a:rPr>
              <a:t>               A</a:t>
            </a:r>
            <a:r>
              <a:rPr lang="en-US" altLang="zh-CN" kern="0" baseline="-25000">
                <a:ea typeface="SimSun" pitchFamily="2" charset="-122"/>
              </a:rPr>
              <a:t>11</a:t>
            </a:r>
            <a:r>
              <a:rPr lang="en-US" altLang="zh-CN" kern="0">
                <a:ea typeface="SimSun" pitchFamily="2" charset="-122"/>
              </a:rPr>
              <a:t>    A</a:t>
            </a:r>
            <a:r>
              <a:rPr lang="en-US" altLang="zh-CN" kern="0" baseline="-25000">
                <a:ea typeface="SimSun" pitchFamily="2" charset="-122"/>
              </a:rPr>
              <a:t>12</a:t>
            </a:r>
            <a:r>
              <a:rPr lang="en-US" altLang="zh-CN" kern="0">
                <a:ea typeface="SimSun" pitchFamily="2" charset="-122"/>
              </a:rPr>
              <a:t>                B</a:t>
            </a:r>
            <a:r>
              <a:rPr lang="en-US" altLang="zh-CN" kern="0" baseline="-25000">
                <a:ea typeface="SimSun" pitchFamily="2" charset="-122"/>
              </a:rPr>
              <a:t>11</a:t>
            </a:r>
            <a:r>
              <a:rPr lang="en-US" altLang="zh-CN" kern="0">
                <a:ea typeface="SimSun" pitchFamily="2" charset="-122"/>
              </a:rPr>
              <a:t>    B</a:t>
            </a:r>
            <a:r>
              <a:rPr lang="en-US" altLang="zh-CN" kern="0" baseline="-25000">
                <a:ea typeface="SimSun" pitchFamily="2" charset="-122"/>
              </a:rPr>
              <a:t>12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kern="0" baseline="-25000">
                <a:ea typeface="SimSun" pitchFamily="2" charset="-122"/>
              </a:rPr>
              <a:t>                              </a:t>
            </a:r>
            <a:r>
              <a:rPr lang="en-US" altLang="zh-CN" kern="0">
                <a:ea typeface="SimSun" pitchFamily="2" charset="-122"/>
              </a:rPr>
              <a:t>=                             *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kern="0">
                <a:ea typeface="SimSun" pitchFamily="2" charset="-122"/>
              </a:rPr>
              <a:t>C</a:t>
            </a:r>
            <a:r>
              <a:rPr lang="en-US" altLang="zh-CN" kern="0" baseline="-25000">
                <a:ea typeface="SimSun" pitchFamily="2" charset="-122"/>
              </a:rPr>
              <a:t>21    </a:t>
            </a:r>
            <a:r>
              <a:rPr lang="en-US" altLang="zh-CN" kern="0">
                <a:ea typeface="SimSun" pitchFamily="2" charset="-122"/>
              </a:rPr>
              <a:t>C</a:t>
            </a:r>
            <a:r>
              <a:rPr lang="en-US" altLang="zh-CN" kern="0" baseline="-25000">
                <a:ea typeface="SimSun" pitchFamily="2" charset="-122"/>
              </a:rPr>
              <a:t>22</a:t>
            </a:r>
            <a:r>
              <a:rPr lang="en-US" altLang="zh-CN" kern="0">
                <a:ea typeface="SimSun" pitchFamily="2" charset="-122"/>
              </a:rPr>
              <a:t>                A</a:t>
            </a:r>
            <a:r>
              <a:rPr lang="en-US" altLang="zh-CN" kern="0" baseline="-25000">
                <a:ea typeface="SimSun" pitchFamily="2" charset="-122"/>
              </a:rPr>
              <a:t>21</a:t>
            </a:r>
            <a:r>
              <a:rPr lang="en-US" altLang="zh-CN" kern="0">
                <a:ea typeface="SimSun" pitchFamily="2" charset="-122"/>
              </a:rPr>
              <a:t>    A</a:t>
            </a:r>
            <a:r>
              <a:rPr lang="en-US" altLang="zh-CN" kern="0" baseline="-25000">
                <a:ea typeface="SimSun" pitchFamily="2" charset="-122"/>
              </a:rPr>
              <a:t>22</a:t>
            </a:r>
            <a:r>
              <a:rPr lang="en-US" altLang="zh-CN" kern="0">
                <a:ea typeface="SimSun" pitchFamily="2" charset="-122"/>
              </a:rPr>
              <a:t>                B</a:t>
            </a:r>
            <a:r>
              <a:rPr lang="en-US" altLang="zh-CN" kern="0" baseline="-25000">
                <a:ea typeface="SimSun" pitchFamily="2" charset="-122"/>
              </a:rPr>
              <a:t>21</a:t>
            </a:r>
            <a:r>
              <a:rPr lang="en-US" altLang="zh-CN" kern="0">
                <a:ea typeface="SimSun" pitchFamily="2" charset="-122"/>
              </a:rPr>
              <a:t>    B</a:t>
            </a:r>
            <a:r>
              <a:rPr lang="en-US" altLang="zh-CN" kern="0" baseline="-25000">
                <a:ea typeface="SimSun" pitchFamily="2" charset="-122"/>
              </a:rPr>
              <a:t>22</a:t>
            </a:r>
          </a:p>
          <a:p>
            <a:pPr marL="1143000" lvl="2" indent="-228600">
              <a:spcBef>
                <a:spcPct val="20000"/>
              </a:spcBef>
              <a:defRPr/>
            </a:pPr>
            <a:endParaRPr lang="en-US" altLang="zh-CN" kern="0" baseline="-25000">
              <a:ea typeface="SimSun" pitchFamily="2" charset="-122"/>
            </a:endParaRPr>
          </a:p>
          <a:p>
            <a:pPr marL="1143000" lvl="2" indent="-228600">
              <a:spcBef>
                <a:spcPct val="20000"/>
              </a:spcBef>
              <a:defRPr/>
            </a:pPr>
            <a:endParaRPr lang="en-US" altLang="zh-CN" kern="0" baseline="-25000">
              <a:ea typeface="SimSun" pitchFamily="2" charset="-122"/>
            </a:endParaRP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000" kern="0">
                <a:ea typeface="SimSun" pitchFamily="2" charset="-122"/>
              </a:rPr>
              <a:t>                            M</a:t>
            </a:r>
            <a:r>
              <a:rPr lang="en-US" altLang="zh-CN" sz="2000" kern="0" baseline="-25000">
                <a:ea typeface="SimSun" pitchFamily="2" charset="-122"/>
              </a:rPr>
              <a:t>1</a:t>
            </a:r>
            <a:r>
              <a:rPr lang="en-US" altLang="zh-CN" sz="2000" kern="0">
                <a:ea typeface="SimSun" pitchFamily="2" charset="-122"/>
              </a:rPr>
              <a:t>   + M</a:t>
            </a:r>
            <a:r>
              <a:rPr lang="en-US" altLang="zh-CN" sz="2000" kern="0" baseline="-25000">
                <a:ea typeface="SimSun" pitchFamily="2" charset="-122"/>
              </a:rPr>
              <a:t>4</a:t>
            </a:r>
            <a:r>
              <a:rPr lang="en-US" altLang="zh-CN" sz="2000" kern="0">
                <a:ea typeface="SimSun" pitchFamily="2" charset="-122"/>
              </a:rPr>
              <a:t>  - M</a:t>
            </a:r>
            <a:r>
              <a:rPr lang="en-US" altLang="zh-CN" sz="2000" kern="0" baseline="-25000">
                <a:ea typeface="SimSun" pitchFamily="2" charset="-122"/>
              </a:rPr>
              <a:t>5 </a:t>
            </a:r>
            <a:r>
              <a:rPr lang="en-US" altLang="zh-CN" sz="2000" kern="0">
                <a:ea typeface="SimSun" pitchFamily="2" charset="-122"/>
              </a:rPr>
              <a:t>+ M</a:t>
            </a:r>
            <a:r>
              <a:rPr lang="en-US" altLang="zh-CN" sz="2000" kern="0" baseline="-25000">
                <a:ea typeface="SimSun" pitchFamily="2" charset="-122"/>
              </a:rPr>
              <a:t>7</a:t>
            </a:r>
            <a:r>
              <a:rPr lang="en-US" altLang="zh-CN" sz="2000" kern="0">
                <a:ea typeface="SimSun" pitchFamily="2" charset="-122"/>
              </a:rPr>
              <a:t>                        M</a:t>
            </a:r>
            <a:r>
              <a:rPr lang="en-US" altLang="zh-CN" sz="2000" kern="0" baseline="-25000">
                <a:ea typeface="SimSun" pitchFamily="2" charset="-122"/>
              </a:rPr>
              <a:t>3 </a:t>
            </a:r>
            <a:r>
              <a:rPr lang="en-US" altLang="zh-CN" sz="2000" kern="0">
                <a:ea typeface="SimSun" pitchFamily="2" charset="-122"/>
              </a:rPr>
              <a:t>+ M</a:t>
            </a:r>
            <a:r>
              <a:rPr lang="en-US" altLang="zh-CN" sz="2000" kern="0" baseline="-25000">
                <a:ea typeface="SimSun" pitchFamily="2" charset="-122"/>
              </a:rPr>
              <a:t>5</a:t>
            </a:r>
            <a:r>
              <a:rPr lang="en-US" altLang="zh-CN" sz="2000" kern="0">
                <a:ea typeface="SimSun" pitchFamily="2" charset="-122"/>
              </a:rPr>
              <a:t> </a:t>
            </a:r>
            <a:endParaRPr lang="en-US" altLang="zh-CN" sz="2000" kern="0" baseline="-25000">
              <a:ea typeface="SimSun" pitchFamily="2" charset="-122"/>
            </a:endParaRP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000" kern="0" baseline="-25000">
                <a:ea typeface="SimSun" pitchFamily="2" charset="-122"/>
              </a:rPr>
              <a:t>                             </a:t>
            </a:r>
            <a:r>
              <a:rPr lang="en-US" altLang="zh-CN" sz="2000" kern="0">
                <a:ea typeface="SimSun" pitchFamily="2" charset="-122"/>
              </a:rPr>
              <a:t>=                   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000" kern="0">
                <a:ea typeface="SimSun" pitchFamily="2" charset="-122"/>
              </a:rPr>
              <a:t>                           M</a:t>
            </a:r>
            <a:r>
              <a:rPr lang="en-US" altLang="zh-CN" sz="2000" kern="0" baseline="-25000">
                <a:ea typeface="SimSun" pitchFamily="2" charset="-122"/>
              </a:rPr>
              <a:t>2</a:t>
            </a:r>
            <a:r>
              <a:rPr lang="en-US" altLang="zh-CN" sz="2000" kern="0">
                <a:ea typeface="SimSun" pitchFamily="2" charset="-122"/>
              </a:rPr>
              <a:t> + M</a:t>
            </a:r>
            <a:r>
              <a:rPr lang="en-US" altLang="zh-CN" sz="2000" kern="0" baseline="-25000">
                <a:ea typeface="SimSun" pitchFamily="2" charset="-122"/>
              </a:rPr>
              <a:t>4                                               </a:t>
            </a:r>
            <a:r>
              <a:rPr lang="en-US" altLang="zh-CN" sz="2000" kern="0">
                <a:ea typeface="SimSun" pitchFamily="2" charset="-122"/>
              </a:rPr>
              <a:t>M</a:t>
            </a:r>
            <a:r>
              <a:rPr lang="en-US" altLang="zh-CN" sz="2000" kern="0" baseline="-25000">
                <a:ea typeface="SimSun" pitchFamily="2" charset="-122"/>
              </a:rPr>
              <a:t>1</a:t>
            </a:r>
            <a:r>
              <a:rPr lang="en-US" altLang="zh-CN" sz="2000" kern="0">
                <a:ea typeface="SimSun" pitchFamily="2" charset="-122"/>
              </a:rPr>
              <a:t>   + M</a:t>
            </a:r>
            <a:r>
              <a:rPr lang="en-US" altLang="zh-CN" sz="2000" kern="0" baseline="-25000">
                <a:ea typeface="SimSun" pitchFamily="2" charset="-122"/>
              </a:rPr>
              <a:t>3</a:t>
            </a:r>
            <a:r>
              <a:rPr lang="en-US" altLang="zh-CN" sz="2000" kern="0">
                <a:ea typeface="SimSun" pitchFamily="2" charset="-122"/>
              </a:rPr>
              <a:t>  - M</a:t>
            </a:r>
            <a:r>
              <a:rPr lang="en-US" altLang="zh-CN" sz="2000" kern="0" baseline="-25000">
                <a:ea typeface="SimSun" pitchFamily="2" charset="-122"/>
              </a:rPr>
              <a:t>2 </a:t>
            </a:r>
            <a:r>
              <a:rPr lang="en-US" altLang="zh-CN" sz="2000" kern="0">
                <a:ea typeface="SimSun" pitchFamily="2" charset="-122"/>
              </a:rPr>
              <a:t>+ M</a:t>
            </a:r>
            <a:r>
              <a:rPr lang="en-US" altLang="zh-CN" sz="2000" kern="0" baseline="-25000">
                <a:ea typeface="SimSun" pitchFamily="2" charset="-122"/>
              </a:rPr>
              <a:t>6</a:t>
            </a:r>
            <a:r>
              <a:rPr lang="en-US" altLang="zh-CN" sz="2000" kern="0">
                <a:ea typeface="SimSun" pitchFamily="2" charset="-122"/>
              </a:rPr>
              <a:t> </a:t>
            </a:r>
            <a:endParaRPr lang="en-US" altLang="zh-CN" sz="2000" kern="0" baseline="-25000">
              <a:ea typeface="SimSun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CN" sz="2000" kern="0">
              <a:ea typeface="SimSun" pitchFamily="2" charset="-122"/>
            </a:endParaRPr>
          </a:p>
        </p:txBody>
      </p:sp>
      <p:grpSp>
        <p:nvGrpSpPr>
          <p:cNvPr id="14339" name="Group 3">
            <a:extLst>
              <a:ext uri="{FF2B5EF4-FFF2-40B4-BE49-F238E27FC236}">
                <a16:creationId xmlns:a16="http://schemas.microsoft.com/office/drawing/2014/main" id="{735FD660-3BF5-3D4B-8431-E79AC4C28AC9}"/>
              </a:ext>
            </a:extLst>
          </p:cNvPr>
          <p:cNvGrpSpPr>
            <a:grpSpLocks/>
          </p:cNvGrpSpPr>
          <p:nvPr/>
        </p:nvGrpSpPr>
        <p:grpSpPr bwMode="auto">
          <a:xfrm>
            <a:off x="2466976" y="762000"/>
            <a:ext cx="5076825" cy="1143000"/>
            <a:chOff x="912" y="1584"/>
            <a:chExt cx="3024" cy="720"/>
          </a:xfrm>
        </p:grpSpPr>
        <p:sp>
          <p:nvSpPr>
            <p:cNvPr id="14343" name="Line 4">
              <a:extLst>
                <a:ext uri="{FF2B5EF4-FFF2-40B4-BE49-F238E27FC236}">
                  <a16:creationId xmlns:a16="http://schemas.microsoft.com/office/drawing/2014/main" id="{D0701EFD-AD9D-194B-9CF6-4EDA42E0D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680"/>
              <a:ext cx="0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4" name="Line 5">
              <a:extLst>
                <a:ext uri="{FF2B5EF4-FFF2-40B4-BE49-F238E27FC236}">
                  <a16:creationId xmlns:a16="http://schemas.microsoft.com/office/drawing/2014/main" id="{CD926A82-1471-7043-A5EA-12A3E7FCE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680"/>
              <a:ext cx="0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5" name="Line 6">
              <a:extLst>
                <a:ext uri="{FF2B5EF4-FFF2-40B4-BE49-F238E27FC236}">
                  <a16:creationId xmlns:a16="http://schemas.microsoft.com/office/drawing/2014/main" id="{73EC60EF-1BD8-A14C-91BD-D144D426B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728"/>
              <a:ext cx="0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Line 7">
              <a:extLst>
                <a:ext uri="{FF2B5EF4-FFF2-40B4-BE49-F238E27FC236}">
                  <a16:creationId xmlns:a16="http://schemas.microsoft.com/office/drawing/2014/main" id="{57C5A7E3-82A1-4E47-94CB-9E653FD3E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920"/>
              <a:ext cx="52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7" name="Line 8">
              <a:extLst>
                <a:ext uri="{FF2B5EF4-FFF2-40B4-BE49-F238E27FC236}">
                  <a16:creationId xmlns:a16="http://schemas.microsoft.com/office/drawing/2014/main" id="{9045D32E-862A-C44A-B1BF-404A09DB4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920"/>
              <a:ext cx="52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Line 9">
              <a:extLst>
                <a:ext uri="{FF2B5EF4-FFF2-40B4-BE49-F238E27FC236}">
                  <a16:creationId xmlns:a16="http://schemas.microsoft.com/office/drawing/2014/main" id="{D8EACBB4-C828-6C46-84C1-1715CA541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920"/>
              <a:ext cx="52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AutoShape 10">
              <a:extLst>
                <a:ext uri="{FF2B5EF4-FFF2-40B4-BE49-F238E27FC236}">
                  <a16:creationId xmlns:a16="http://schemas.microsoft.com/office/drawing/2014/main" id="{2FA14986-7585-D144-B53E-30242BBE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84"/>
              <a:ext cx="768" cy="720"/>
            </a:xfrm>
            <a:prstGeom prst="bracketPair">
              <a:avLst>
                <a:gd name="adj" fmla="val 16667"/>
              </a:avLst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0" name="AutoShape 11">
              <a:extLst>
                <a:ext uri="{FF2B5EF4-FFF2-40B4-BE49-F238E27FC236}">
                  <a16:creationId xmlns:a16="http://schemas.microsoft.com/office/drawing/2014/main" id="{B278FCAE-4D61-E44C-9392-700B4E45D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584"/>
              <a:ext cx="768" cy="720"/>
            </a:xfrm>
            <a:prstGeom prst="bracketPair">
              <a:avLst>
                <a:gd name="adj" fmla="val 16667"/>
              </a:avLst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1" name="AutoShape 12">
              <a:extLst>
                <a:ext uri="{FF2B5EF4-FFF2-40B4-BE49-F238E27FC236}">
                  <a16:creationId xmlns:a16="http://schemas.microsoft.com/office/drawing/2014/main" id="{61CC2862-9F4A-434E-B842-861C42E99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768" cy="720"/>
            </a:xfrm>
            <a:prstGeom prst="bracketPair">
              <a:avLst>
                <a:gd name="adj" fmla="val 16667"/>
              </a:avLst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4340" name="AutoShape 13">
            <a:extLst>
              <a:ext uri="{FF2B5EF4-FFF2-40B4-BE49-F238E27FC236}">
                <a16:creationId xmlns:a16="http://schemas.microsoft.com/office/drawing/2014/main" id="{775E5F64-CF12-F847-98DD-F23CEA100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133600"/>
            <a:ext cx="5410200" cy="11430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1" name="Rectangle 14">
            <a:extLst>
              <a:ext uri="{FF2B5EF4-FFF2-40B4-BE49-F238E27FC236}">
                <a16:creationId xmlns:a16="http://schemas.microsoft.com/office/drawing/2014/main" id="{855C73DF-FA0B-1E49-AE72-45A4F011C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05200"/>
            <a:ext cx="78486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The resulting recurrence relation for T(n) is</a:t>
            </a:r>
          </a:p>
          <a:p>
            <a:endParaRPr lang="en-US" altLang="en-US"/>
          </a:p>
          <a:p>
            <a:r>
              <a:rPr lang="en-US" altLang="en-US"/>
              <a:t>T(n)=    c</a:t>
            </a:r>
            <a:r>
              <a:rPr lang="en-US" altLang="en-US" baseline="-25000"/>
              <a:t>1</a:t>
            </a:r>
            <a:r>
              <a:rPr lang="en-US" altLang="en-US"/>
              <a:t>                         n&lt;=2</a:t>
            </a:r>
          </a:p>
          <a:p>
            <a:r>
              <a:rPr lang="en-US" altLang="en-US"/>
              <a:t>             7T(n/2) +c</a:t>
            </a:r>
            <a:r>
              <a:rPr lang="en-US" altLang="en-US" baseline="-25000"/>
              <a:t>2</a:t>
            </a:r>
            <a:r>
              <a:rPr lang="en-US" altLang="en-US"/>
              <a:t>n</a:t>
            </a:r>
            <a:r>
              <a:rPr lang="en-US" altLang="en-US" baseline="30000"/>
              <a:t>2</a:t>
            </a:r>
            <a:r>
              <a:rPr lang="en-US" altLang="en-US"/>
              <a:t>       n&gt;2</a:t>
            </a:r>
          </a:p>
        </p:txBody>
      </p:sp>
      <p:sp>
        <p:nvSpPr>
          <p:cNvPr id="14342" name="AutoShape 15">
            <a:extLst>
              <a:ext uri="{FF2B5EF4-FFF2-40B4-BE49-F238E27FC236}">
                <a16:creationId xmlns:a16="http://schemas.microsoft.com/office/drawing/2014/main" id="{855BF0A0-B808-B741-B06F-925360B4BDD1}"/>
              </a:ext>
            </a:extLst>
          </p:cNvPr>
          <p:cNvSpPr>
            <a:spLocks/>
          </p:cNvSpPr>
          <p:nvPr/>
        </p:nvSpPr>
        <p:spPr bwMode="auto">
          <a:xfrm>
            <a:off x="2743200" y="4343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0839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9836AFA-E6B3-F14D-90AE-9CFBF5465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8382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3200" kern="0" dirty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kern="0" dirty="0"/>
              <a:t>T(n)=</a:t>
            </a:r>
            <a:r>
              <a:rPr lang="en-US" sz="2800" kern="0" dirty="0"/>
              <a:t> </a:t>
            </a:r>
            <a:r>
              <a:rPr lang="en-US" kern="0" dirty="0"/>
              <a:t>7</a:t>
            </a:r>
            <a:r>
              <a:rPr lang="en-US" sz="2400" kern="0" baseline="30000" dirty="0"/>
              <a:t>k</a:t>
            </a:r>
            <a:r>
              <a:rPr lang="en-US" kern="0" dirty="0"/>
              <a:t>T(1</a:t>
            </a:r>
            <a:r>
              <a:rPr lang="en-US" sz="2000" kern="0" dirty="0"/>
              <a:t>) + </a:t>
            </a:r>
            <a:r>
              <a:rPr lang="en-US" kern="0" dirty="0"/>
              <a:t>c</a:t>
            </a:r>
            <a:r>
              <a:rPr lang="en-US" kern="0" baseline="-25000" dirty="0"/>
              <a:t>2</a:t>
            </a:r>
            <a:r>
              <a:rPr lang="en-US" kern="0" dirty="0"/>
              <a:t>n</a:t>
            </a:r>
            <a:r>
              <a:rPr lang="en-US" kern="0" baseline="30000" dirty="0"/>
              <a:t>2</a:t>
            </a:r>
            <a:r>
              <a:rPr lang="en-US" sz="2000" kern="0" dirty="0"/>
              <a:t> </a:t>
            </a:r>
            <a:r>
              <a:rPr lang="en-US" sz="1400" kern="0" dirty="0"/>
              <a:t>1+ </a:t>
            </a:r>
            <a:r>
              <a:rPr lang="en-US" sz="1600" kern="0" dirty="0"/>
              <a:t>7/4 + (7/4)</a:t>
            </a:r>
            <a:r>
              <a:rPr lang="en-US" sz="2000" kern="0" baseline="30000" dirty="0"/>
              <a:t>2 </a:t>
            </a:r>
            <a:r>
              <a:rPr lang="en-US" sz="1600" kern="0" dirty="0"/>
              <a:t>+ (7/4) </a:t>
            </a:r>
            <a:r>
              <a:rPr lang="en-US" sz="2000" kern="0" baseline="30000" dirty="0"/>
              <a:t>3</a:t>
            </a:r>
            <a:r>
              <a:rPr lang="en-US" sz="2000" kern="0" dirty="0"/>
              <a:t>+……………..+ </a:t>
            </a:r>
            <a:r>
              <a:rPr lang="en-US" sz="1600" kern="0" dirty="0"/>
              <a:t>(7/4)</a:t>
            </a:r>
            <a:r>
              <a:rPr lang="en-US" sz="2000" kern="0" baseline="30000" dirty="0"/>
              <a:t>k-1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 dirty="0"/>
              <a:t>	   = </a:t>
            </a:r>
            <a:r>
              <a:rPr lang="en-US" sz="2000" kern="0" dirty="0"/>
              <a:t>7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n </a:t>
            </a:r>
            <a:r>
              <a:rPr lang="en-US" sz="2000" kern="0" dirty="0"/>
              <a:t>c</a:t>
            </a:r>
            <a:r>
              <a:rPr lang="en-US" sz="2000" kern="0" baseline="-25000" dirty="0"/>
              <a:t>1</a:t>
            </a:r>
            <a:r>
              <a:rPr lang="en-US" sz="2000" kern="0" dirty="0"/>
              <a:t>  +c</a:t>
            </a:r>
            <a:r>
              <a:rPr lang="en-US" sz="2000" kern="0" baseline="-25000" dirty="0"/>
              <a:t>2</a:t>
            </a:r>
            <a:r>
              <a:rPr lang="en-US" sz="2000" kern="0" dirty="0"/>
              <a:t> n</a:t>
            </a:r>
            <a:r>
              <a:rPr lang="en-US" sz="2000" kern="0" baseline="30000" dirty="0"/>
              <a:t>2</a:t>
            </a:r>
            <a:r>
              <a:rPr lang="en-US" sz="2000" kern="0" dirty="0"/>
              <a:t> (</a:t>
            </a:r>
            <a:r>
              <a:rPr lang="en-US" sz="1600" kern="0" dirty="0"/>
              <a:t>7/4</a:t>
            </a:r>
            <a:r>
              <a:rPr lang="en-US" sz="2000" kern="0" dirty="0"/>
              <a:t>)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n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 dirty="0"/>
              <a:t>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 dirty="0"/>
              <a:t>        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baseline="30000" dirty="0"/>
              <a:t>	</a:t>
            </a:r>
            <a:r>
              <a:rPr lang="en-US" sz="2000" kern="0" dirty="0"/>
              <a:t>  </a:t>
            </a:r>
            <a:r>
              <a:rPr lang="en-US" sz="2000" kern="0" baseline="30000" dirty="0"/>
              <a:t>= </a:t>
            </a:r>
            <a:r>
              <a:rPr lang="en-US" sz="2000" kern="0" dirty="0"/>
              <a:t>n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7  </a:t>
            </a:r>
            <a:r>
              <a:rPr lang="en-US" sz="2000" kern="0" dirty="0"/>
              <a:t>+  n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4 </a:t>
            </a:r>
            <a:r>
              <a:rPr lang="en-US" sz="2000" kern="0" dirty="0"/>
              <a:t>( n 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7-log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4 </a:t>
            </a:r>
            <a:r>
              <a:rPr lang="en-US" sz="2000" kern="0" dirty="0"/>
              <a:t>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kern="0" dirty="0"/>
              <a:t>	 =2 n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7 </a:t>
            </a:r>
            <a:r>
              <a:rPr lang="en-US" sz="2000" kern="0" dirty="0"/>
              <a:t>   = O(n</a:t>
            </a:r>
            <a:r>
              <a:rPr lang="en-US" sz="2000" kern="0" baseline="30000" dirty="0"/>
              <a:t>log</a:t>
            </a:r>
            <a:r>
              <a:rPr lang="en-US" sz="2000" kern="0" baseline="-25000" dirty="0"/>
              <a:t>2</a:t>
            </a:r>
            <a:r>
              <a:rPr lang="en-US" sz="2000" kern="0" baseline="30000" dirty="0"/>
              <a:t>7</a:t>
            </a:r>
            <a:r>
              <a:rPr lang="en-US" sz="2000" kern="0" dirty="0"/>
              <a:t>)  ~  O( n</a:t>
            </a:r>
            <a:r>
              <a:rPr lang="en-US" sz="2000" kern="0" baseline="30000" dirty="0"/>
              <a:t>2.81</a:t>
            </a:r>
            <a:r>
              <a:rPr lang="en-US" sz="2000" kern="0" dirty="0"/>
              <a:t>)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baseline="30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 dirty="0"/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4A34DF64-D63F-B345-B2BD-25983995E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14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Line 4">
            <a:extLst>
              <a:ext uri="{FF2B5EF4-FFF2-40B4-BE49-F238E27FC236}">
                <a16:creationId xmlns:a16="http://schemas.microsoft.com/office/drawing/2014/main" id="{B618DECF-2541-ED47-8E27-8EF74248E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2C3484B0-B332-B841-B116-4038D2789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14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D8286352-2018-DC46-B8DA-2153EEA79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CDB763F8-C27B-474E-B295-D4B99D29E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1600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5CDC0A6B-35D0-BB45-8EC3-109E14851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838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369" name="Picture 9">
            <a:extLst>
              <a:ext uri="{FF2B5EF4-FFF2-40B4-BE49-F238E27FC236}">
                <a16:creationId xmlns:a16="http://schemas.microsoft.com/office/drawing/2014/main" id="{91918825-138F-B041-A8F5-AC55F2D7F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828800"/>
            <a:ext cx="332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0">
            <a:extLst>
              <a:ext uri="{FF2B5EF4-FFF2-40B4-BE49-F238E27FC236}">
                <a16:creationId xmlns:a16="http://schemas.microsoft.com/office/drawing/2014/main" id="{10EF1D46-E9E9-8148-AE80-8DD9DD4EF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438400"/>
            <a:ext cx="2870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Rectangle 11">
            <a:extLst>
              <a:ext uri="{FF2B5EF4-FFF2-40B4-BE49-F238E27FC236}">
                <a16:creationId xmlns:a16="http://schemas.microsoft.com/office/drawing/2014/main" id="{98CF5A53-0A44-284D-A248-7DE57A246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514600"/>
            <a:ext cx="381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2" name="Rectangle 13">
            <a:extLst>
              <a:ext uri="{FF2B5EF4-FFF2-40B4-BE49-F238E27FC236}">
                <a16:creationId xmlns:a16="http://schemas.microsoft.com/office/drawing/2014/main" id="{9B016586-F952-CD44-AEF8-14E987791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438400"/>
            <a:ext cx="228600" cy="7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19940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4749</Words>
  <Application>Microsoft Macintosh PowerPoint</Application>
  <PresentationFormat>Widescreen</PresentationFormat>
  <Paragraphs>1156</Paragraphs>
  <Slides>76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</vt:lpstr>
      <vt:lpstr>Calibri</vt:lpstr>
      <vt:lpstr>Calibri Light</vt:lpstr>
      <vt:lpstr>Comic Sans MS</vt:lpstr>
      <vt:lpstr>Courier New</vt:lpstr>
      <vt:lpstr>Tahoma</vt:lpstr>
      <vt:lpstr>Times New Roman</vt:lpstr>
      <vt:lpstr>Wingdings</vt:lpstr>
      <vt:lpstr>Office Theme</vt:lpstr>
      <vt:lpstr>Microsoft Equation 3.0</vt:lpstr>
      <vt:lpstr>Merge-Sort(A, 0, 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Ex:- [ 179, 254, 285, 310, 351, 423, 450, 520, 652,861 ]</vt:lpstr>
      <vt:lpstr>Merge Sort: Algorithm </vt:lpstr>
      <vt:lpstr>PowerPoint Presentation</vt:lpstr>
      <vt:lpstr>PowerPoint Presentation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Divide-and-Conquer</vt:lpstr>
      <vt:lpstr>Asymptotic efficiency</vt:lpstr>
      <vt:lpstr>PowerPoint Presentation</vt:lpstr>
      <vt:lpstr>PowerPoint Presentation</vt:lpstr>
      <vt:lpstr>Summary</vt:lpstr>
      <vt:lpstr>Quicksort</vt:lpstr>
      <vt:lpstr>Quicksort</vt:lpstr>
      <vt:lpstr>3. Quick Sort</vt:lpstr>
      <vt:lpstr>pivot divides a into two sublists x and y.</vt:lpstr>
      <vt:lpstr>The whole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complexity analysis A worst/bad case</vt:lpstr>
      <vt:lpstr>Worst/bad Case</vt:lpstr>
      <vt:lpstr>A best/good case</vt:lpstr>
      <vt:lpstr>PowerPoint Presentation</vt:lpstr>
      <vt:lpstr>Summary</vt:lpstr>
      <vt:lpstr>Basic Matrix Multiplication</vt:lpstr>
      <vt:lpstr>Divide and Conquer technique</vt:lpstr>
      <vt:lpstr>PowerPoint Presentation</vt:lpstr>
      <vt:lpstr>PowerPoint Presentation</vt:lpstr>
      <vt:lpstr>PowerPoint Presentation</vt:lpstr>
      <vt:lpstr>Formulas for Strassen’s Algorithm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G Arunkumar</dc:creator>
  <cp:lastModifiedBy>Dr. Arunkumar Gopu</cp:lastModifiedBy>
  <cp:revision>20</cp:revision>
  <dcterms:created xsi:type="dcterms:W3CDTF">2020-05-31T19:50:16Z</dcterms:created>
  <dcterms:modified xsi:type="dcterms:W3CDTF">2022-12-17T06:40:10Z</dcterms:modified>
</cp:coreProperties>
</file>